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85" userDrawn="1">
          <p15:clr>
            <a:srgbClr val="A4A3A4"/>
          </p15:clr>
        </p15:guide>
        <p15:guide id="3" pos="5955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4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4647"/>
  </p:normalViewPr>
  <p:slideViewPr>
    <p:cSldViewPr snapToGrid="0" snapToObjects="1">
      <p:cViewPr varScale="1">
        <p:scale>
          <a:sx n="132" d="100"/>
          <a:sy n="132" d="100"/>
        </p:scale>
        <p:origin x="1440" y="168"/>
      </p:cViewPr>
      <p:guideLst>
        <p:guide orient="horz" pos="232"/>
        <p:guide pos="285"/>
        <p:guide pos="5955"/>
        <p:guide orient="horz" pos="4088"/>
        <p:guide pos="4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64AB2-7285-BC4B-B31C-03112FBBB84B}" type="datetimeFigureOut">
              <a:rPr lang="en-US" smtClean="0"/>
              <a:t>4/22/17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5E0AD-2736-EA45-8C9E-62811A11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8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923310" y="481263"/>
            <a:ext cx="1634032" cy="3970318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sz="1000" b="1" dirty="0" err="1" smtClean="0"/>
              <a:t>Brgy</a:t>
            </a:r>
            <a:r>
              <a:rPr lang="en-US" sz="1000" b="1" dirty="0" smtClean="0"/>
              <a:t>. Concepcion Uno</a:t>
            </a:r>
          </a:p>
          <a:p>
            <a:r>
              <a:rPr lang="en-US" sz="1000" dirty="0" err="1" smtClean="0"/>
              <a:t>Purok</a:t>
            </a:r>
            <a:r>
              <a:rPr lang="en-US" sz="1000" dirty="0" smtClean="0"/>
              <a:t>: 7</a:t>
            </a:r>
            <a:br>
              <a:rPr lang="en-US" sz="1000" dirty="0" smtClean="0"/>
            </a:br>
            <a:r>
              <a:rPr lang="en-US" sz="1000" dirty="0" smtClean="0"/>
              <a:t>Street: </a:t>
            </a:r>
            <a:r>
              <a:rPr lang="en-US" sz="1000" smtClean="0"/>
              <a:t>Fairlane</a:t>
            </a:r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Est number of HH: ____</a:t>
            </a:r>
          </a:p>
          <a:p>
            <a:endParaRPr lang="en-US" sz="1000" dirty="0"/>
          </a:p>
          <a:p>
            <a:r>
              <a:rPr lang="en-US" sz="1000" b="1" dirty="0" smtClean="0"/>
              <a:t>Legend:</a:t>
            </a:r>
          </a:p>
          <a:p>
            <a:endParaRPr lang="en-US" sz="1000" b="1" dirty="0" smtClean="0"/>
          </a:p>
          <a:p>
            <a:r>
              <a:rPr lang="en-US" sz="900" dirty="0" smtClean="0"/>
              <a:t>               Residential</a:t>
            </a:r>
            <a:endParaRPr lang="en-US" sz="900" dirty="0"/>
          </a:p>
          <a:p>
            <a:endParaRPr lang="en-US" sz="900" dirty="0" smtClean="0"/>
          </a:p>
          <a:p>
            <a:r>
              <a:rPr lang="en-US" sz="900" dirty="0"/>
              <a:t> </a:t>
            </a:r>
            <a:r>
              <a:rPr lang="en-US" sz="900" dirty="0" smtClean="0"/>
              <a:t>              Commercial</a:t>
            </a:r>
          </a:p>
          <a:p>
            <a:endParaRPr lang="en-US" sz="900" dirty="0"/>
          </a:p>
          <a:p>
            <a:r>
              <a:rPr lang="en-US" sz="900" dirty="0" smtClean="0"/>
              <a:t>               Res w/ store</a:t>
            </a:r>
          </a:p>
          <a:p>
            <a:endParaRPr lang="en-US" sz="900" dirty="0" smtClean="0"/>
          </a:p>
          <a:p>
            <a:r>
              <a:rPr lang="en-US" sz="900" dirty="0" smtClean="0"/>
              <a:t>               Vacant / construction</a:t>
            </a:r>
          </a:p>
          <a:p>
            <a:endParaRPr lang="en-US" sz="1000" dirty="0"/>
          </a:p>
          <a:p>
            <a:endParaRPr lang="en-US" sz="1000" b="1" dirty="0" smtClean="0"/>
          </a:p>
          <a:p>
            <a:endParaRPr lang="en-US" sz="1000" b="1" dirty="0" smtClean="0"/>
          </a:p>
          <a:p>
            <a:r>
              <a:rPr lang="en-US" sz="1000" b="1" dirty="0" smtClean="0"/>
              <a:t>Notes:</a:t>
            </a:r>
            <a:endParaRPr lang="en-US" sz="1000" b="1" dirty="0"/>
          </a:p>
          <a:p>
            <a:r>
              <a:rPr lang="en-US" sz="1000" dirty="0" smtClean="0"/>
              <a:t>A </a:t>
            </a:r>
            <a:r>
              <a:rPr lang="mr-IN" sz="1000" dirty="0" smtClean="0"/>
              <a:t>–</a:t>
            </a:r>
            <a:r>
              <a:rPr lang="en-US" sz="1000" dirty="0" smtClean="0"/>
              <a:t> Petron</a:t>
            </a:r>
          </a:p>
          <a:p>
            <a:r>
              <a:rPr lang="en-US" sz="1000" dirty="0" smtClean="0"/>
              <a:t>B </a:t>
            </a:r>
            <a:r>
              <a:rPr lang="mr-IN" sz="1000" dirty="0" smtClean="0"/>
              <a:t>–</a:t>
            </a:r>
            <a:r>
              <a:rPr lang="en-US" sz="1000" dirty="0" smtClean="0"/>
              <a:t> </a:t>
            </a:r>
            <a:r>
              <a:rPr lang="en-US" sz="1000" dirty="0" err="1" smtClean="0"/>
              <a:t>Fairlane</a:t>
            </a:r>
            <a:r>
              <a:rPr lang="en-US" sz="1000" dirty="0" smtClean="0"/>
              <a:t> Market / </a:t>
            </a:r>
            <a:br>
              <a:rPr lang="en-US" sz="1000" dirty="0" smtClean="0"/>
            </a:br>
            <a:r>
              <a:rPr lang="en-US" sz="1000" dirty="0" smtClean="0"/>
              <a:t>       Tricycle Terminal</a:t>
            </a:r>
            <a:br>
              <a:rPr lang="en-US" sz="1000" dirty="0" smtClean="0"/>
            </a:br>
            <a:r>
              <a:rPr lang="en-US" sz="1000" dirty="0" smtClean="0"/>
              <a:t>C </a:t>
            </a:r>
            <a:r>
              <a:rPr lang="mr-IN" sz="1000" dirty="0" smtClean="0"/>
              <a:t>–</a:t>
            </a:r>
            <a:r>
              <a:rPr lang="en-US" sz="1000" dirty="0" smtClean="0"/>
              <a:t> Sari-sari store</a:t>
            </a:r>
          </a:p>
          <a:p>
            <a:r>
              <a:rPr lang="en-US" sz="1000" dirty="0" smtClean="0"/>
              <a:t>P4 </a:t>
            </a:r>
            <a:r>
              <a:rPr lang="mr-IN" sz="1000" dirty="0" smtClean="0"/>
              <a:t>–</a:t>
            </a:r>
            <a:r>
              <a:rPr lang="en-US" sz="1000" dirty="0" smtClean="0"/>
              <a:t> Rice wholesaler</a:t>
            </a:r>
          </a:p>
          <a:p>
            <a:r>
              <a:rPr lang="en-US" sz="1000" dirty="0" smtClean="0"/>
              <a:t>P3 </a:t>
            </a:r>
            <a:r>
              <a:rPr lang="mr-IN" sz="1000" dirty="0" smtClean="0"/>
              <a:t>–</a:t>
            </a:r>
            <a:r>
              <a:rPr lang="en-US" sz="1000" dirty="0" smtClean="0"/>
              <a:t> Water refilling</a:t>
            </a:r>
          </a:p>
          <a:p>
            <a:endParaRPr lang="en-US" sz="10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832725" y="368300"/>
            <a:ext cx="0" cy="61214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71497" y="3103898"/>
            <a:ext cx="0" cy="178873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H="1">
            <a:off x="1171497" y="3103898"/>
            <a:ext cx="69988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1868612" y="3094271"/>
            <a:ext cx="2768" cy="179836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10800000" flipV="1">
            <a:off x="2251070" y="3102855"/>
            <a:ext cx="0" cy="71810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0800000" flipH="1">
            <a:off x="2248580" y="3094273"/>
            <a:ext cx="449499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77109" y="3103898"/>
            <a:ext cx="0" cy="178873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10800000">
            <a:off x="481949" y="3103898"/>
            <a:ext cx="29516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6200000">
            <a:off x="462699" y="3749071"/>
            <a:ext cx="1048300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JP Rizal Street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 rot="16200000">
            <a:off x="1555669" y="3802797"/>
            <a:ext cx="1005853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 smtClean="0"/>
              <a:t>Bel Air Street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880283" y="3003871"/>
            <a:ext cx="359394" cy="200055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r>
              <a:rPr lang="en-US" sz="700" dirty="0" smtClean="0"/>
              <a:t>Gate</a:t>
            </a:r>
            <a:endParaRPr lang="en-US" sz="700" dirty="0"/>
          </a:p>
        </p:txBody>
      </p:sp>
      <p:cxnSp>
        <p:nvCxnSpPr>
          <p:cNvPr id="32" name="Straight Connector 31"/>
          <p:cNvCxnSpPr/>
          <p:nvPr/>
        </p:nvCxnSpPr>
        <p:spPr>
          <a:xfrm rot="10800000" flipH="1" flipV="1">
            <a:off x="6736083" y="3078787"/>
            <a:ext cx="117000" cy="71564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10800000" flipH="1" flipV="1">
            <a:off x="7198161" y="3078787"/>
            <a:ext cx="176630" cy="95844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10800000">
            <a:off x="2240053" y="2650643"/>
            <a:ext cx="445204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975680" y="2733958"/>
            <a:ext cx="1091646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 smtClean="0"/>
              <a:t>Fairlane</a:t>
            </a:r>
            <a:r>
              <a:rPr lang="en-US" sz="1200" dirty="0" smtClean="0"/>
              <a:t> Street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 rot="10800000">
            <a:off x="1262080" y="3179538"/>
            <a:ext cx="524655" cy="36725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rot="10800000" flipV="1">
            <a:off x="1871380" y="1968590"/>
            <a:ext cx="0" cy="68205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10800000" flipV="1">
            <a:off x="2248580" y="1968590"/>
            <a:ext cx="0" cy="69167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rot="10800000" flipH="1">
            <a:off x="1174467" y="2650643"/>
            <a:ext cx="69988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 flipV="1">
            <a:off x="1174467" y="1968590"/>
            <a:ext cx="0" cy="68205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rot="10800000" flipH="1" flipV="1">
            <a:off x="774139" y="1968590"/>
            <a:ext cx="2971" cy="68205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rot="10800000">
            <a:off x="481949" y="2650643"/>
            <a:ext cx="29516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 rot="10800000">
            <a:off x="1262080" y="2207012"/>
            <a:ext cx="524655" cy="36725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/>
          <p:cNvCxnSpPr/>
          <p:nvPr/>
        </p:nvCxnSpPr>
        <p:spPr>
          <a:xfrm rot="10800000" flipH="1">
            <a:off x="2248580" y="3794431"/>
            <a:ext cx="4603465" cy="937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rot="10800000" flipH="1">
            <a:off x="2240052" y="4171443"/>
            <a:ext cx="4627707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10800000" flipH="1" flipV="1">
            <a:off x="2240053" y="4549015"/>
            <a:ext cx="4503525" cy="173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rot="10800000" flipH="1">
            <a:off x="2240053" y="4892632"/>
            <a:ext cx="445204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rot="10800000" flipV="1">
            <a:off x="2248580" y="4171443"/>
            <a:ext cx="0" cy="37225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752481" y="3017869"/>
            <a:ext cx="449162" cy="307777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700" dirty="0" smtClean="0"/>
              <a:t>Closed </a:t>
            </a:r>
          </a:p>
          <a:p>
            <a:pPr algn="ctr"/>
            <a:r>
              <a:rPr lang="en-US" sz="700" dirty="0" smtClean="0"/>
              <a:t>Gate</a:t>
            </a:r>
            <a:endParaRPr lang="en-US" sz="700" dirty="0"/>
          </a:p>
        </p:txBody>
      </p:sp>
      <p:sp>
        <p:nvSpPr>
          <p:cNvPr id="82" name="TextBox 81"/>
          <p:cNvSpPr txBox="1"/>
          <p:nvPr/>
        </p:nvSpPr>
        <p:spPr>
          <a:xfrm>
            <a:off x="4000045" y="3841780"/>
            <a:ext cx="1042914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Gallant Street</a:t>
            </a:r>
            <a:endParaRPr lang="en-US" sz="1200" dirty="0"/>
          </a:p>
        </p:txBody>
      </p:sp>
      <p:sp>
        <p:nvSpPr>
          <p:cNvPr id="83" name="TextBox 82"/>
          <p:cNvSpPr txBox="1"/>
          <p:nvPr/>
        </p:nvSpPr>
        <p:spPr>
          <a:xfrm>
            <a:off x="3948099" y="4599243"/>
            <a:ext cx="1211615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Monterey Street</a:t>
            </a:r>
            <a:endParaRPr lang="en-US" sz="1200" dirty="0"/>
          </a:p>
        </p:txBody>
      </p:sp>
      <p:cxnSp>
        <p:nvCxnSpPr>
          <p:cNvPr id="87" name="Straight Connector 86"/>
          <p:cNvCxnSpPr/>
          <p:nvPr/>
        </p:nvCxnSpPr>
        <p:spPr>
          <a:xfrm rot="10800000" flipV="1">
            <a:off x="6736083" y="4163307"/>
            <a:ext cx="131676" cy="38212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rot="10800000" flipV="1">
            <a:off x="6926336" y="4035409"/>
            <a:ext cx="448690" cy="13209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rot="10800000" flipV="1">
            <a:off x="6458071" y="4892632"/>
            <a:ext cx="218350" cy="57128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 rot="17100000">
            <a:off x="6540761" y="4246800"/>
            <a:ext cx="956352" cy="276999"/>
          </a:xfrm>
          <a:prstGeom prst="rect">
            <a:avLst/>
          </a:prstGeom>
          <a:noFill/>
          <a:ln w="3175"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smtClean="0"/>
              <a:t>Savoy Street</a:t>
            </a:r>
            <a:endParaRPr lang="en-US" sz="1200" dirty="0"/>
          </a:p>
        </p:txBody>
      </p:sp>
      <p:cxnSp>
        <p:nvCxnSpPr>
          <p:cNvPr id="102" name="Straight Connector 101"/>
          <p:cNvCxnSpPr/>
          <p:nvPr/>
        </p:nvCxnSpPr>
        <p:spPr>
          <a:xfrm rot="10800000">
            <a:off x="6552510" y="2068903"/>
            <a:ext cx="123911" cy="57211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rot="10800000" flipH="1">
            <a:off x="7198161" y="3078787"/>
            <a:ext cx="54398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rot="10800000" flipH="1">
            <a:off x="7150681" y="2641017"/>
            <a:ext cx="59146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rot="10800000">
            <a:off x="7022417" y="2068903"/>
            <a:ext cx="121685" cy="58174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 rot="10800000">
            <a:off x="474733" y="3204885"/>
            <a:ext cx="231135" cy="36725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2845276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chemeClr val="tx1"/>
                </a:solidFill>
              </a:rPr>
              <a:t>2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3105753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chemeClr val="tx1"/>
                </a:solidFill>
              </a:rPr>
              <a:t>2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 rot="10800000">
            <a:off x="3626708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 rot="10800000">
            <a:off x="3887185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>
            <a:off x="4147662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smtClean="0">
                <a:solidFill>
                  <a:schemeClr val="tx1"/>
                </a:solidFill>
              </a:rPr>
              <a:t>2</a:t>
            </a:r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35" name="Oval 134"/>
          <p:cNvSpPr/>
          <p:nvPr/>
        </p:nvSpPr>
        <p:spPr>
          <a:xfrm>
            <a:off x="4408139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smtClean="0">
                <a:solidFill>
                  <a:schemeClr val="tx1"/>
                </a:solidFill>
              </a:rPr>
              <a:t>2</a:t>
            </a:r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136" name="Oval 135"/>
          <p:cNvSpPr/>
          <p:nvPr/>
        </p:nvSpPr>
        <p:spPr>
          <a:xfrm rot="10800000">
            <a:off x="4668616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 rot="10800000">
            <a:off x="4929093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 rot="10800000">
            <a:off x="5450048" y="3142178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 rot="10800000">
            <a:off x="5971003" y="3142179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 rot="10800000">
            <a:off x="6491964" y="3142179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9" name="Group 228"/>
          <p:cNvGrpSpPr/>
          <p:nvPr/>
        </p:nvGrpSpPr>
        <p:grpSpPr>
          <a:xfrm>
            <a:off x="2324320" y="3142178"/>
            <a:ext cx="214872" cy="214872"/>
            <a:chOff x="2324320" y="3142178"/>
            <a:chExt cx="214872" cy="214872"/>
          </a:xfrm>
        </p:grpSpPr>
        <p:sp>
          <p:nvSpPr>
            <p:cNvPr id="125" name="Oval 124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/>
          <p:cNvGrpSpPr/>
          <p:nvPr/>
        </p:nvGrpSpPr>
        <p:grpSpPr>
          <a:xfrm>
            <a:off x="2584798" y="3142178"/>
            <a:ext cx="214872" cy="214872"/>
            <a:chOff x="2589469" y="3137165"/>
            <a:chExt cx="214872" cy="214872"/>
          </a:xfrm>
        </p:grpSpPr>
        <p:sp>
          <p:nvSpPr>
            <p:cNvPr id="148" name="Rectangle 147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0" name="Straight Connector 149"/>
            <p:cNvCxnSpPr>
              <a:stCxn id="148" idx="0"/>
              <a:endCxn id="148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>
              <a:stCxn id="148" idx="3"/>
              <a:endCxn id="148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/>
          <p:cNvGrpSpPr/>
          <p:nvPr/>
        </p:nvGrpSpPr>
        <p:grpSpPr>
          <a:xfrm>
            <a:off x="3366230" y="3142178"/>
            <a:ext cx="214872" cy="214872"/>
            <a:chOff x="2589469" y="3137165"/>
            <a:chExt cx="214872" cy="214872"/>
          </a:xfrm>
        </p:grpSpPr>
        <p:sp>
          <p:nvSpPr>
            <p:cNvPr id="173" name="Rectangle 172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Connector 173"/>
            <p:cNvCxnSpPr>
              <a:stCxn id="173" idx="0"/>
              <a:endCxn id="173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>
              <a:stCxn id="173" idx="3"/>
              <a:endCxn id="173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/>
          <p:cNvGrpSpPr/>
          <p:nvPr/>
        </p:nvGrpSpPr>
        <p:grpSpPr>
          <a:xfrm>
            <a:off x="5189570" y="3142178"/>
            <a:ext cx="214872" cy="214872"/>
            <a:chOff x="2589469" y="3137165"/>
            <a:chExt cx="214872" cy="214872"/>
          </a:xfrm>
        </p:grpSpPr>
        <p:sp>
          <p:nvSpPr>
            <p:cNvPr id="177" name="Rectangle 176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8" name="Straight Connector 177"/>
            <p:cNvCxnSpPr>
              <a:stCxn id="177" idx="0"/>
              <a:endCxn id="177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>
              <a:stCxn id="177" idx="3"/>
              <a:endCxn id="177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0" name="Group 179"/>
          <p:cNvGrpSpPr/>
          <p:nvPr/>
        </p:nvGrpSpPr>
        <p:grpSpPr>
          <a:xfrm>
            <a:off x="5710525" y="3142178"/>
            <a:ext cx="214872" cy="214872"/>
            <a:chOff x="2589469" y="3137165"/>
            <a:chExt cx="214872" cy="214872"/>
          </a:xfrm>
        </p:grpSpPr>
        <p:sp>
          <p:nvSpPr>
            <p:cNvPr id="181" name="Rectangle 180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2" name="Straight Connector 181"/>
            <p:cNvCxnSpPr>
              <a:stCxn id="181" idx="0"/>
              <a:endCxn id="181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>
              <a:stCxn id="181" idx="3"/>
              <a:endCxn id="181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/>
          <p:cNvGrpSpPr/>
          <p:nvPr/>
        </p:nvGrpSpPr>
        <p:grpSpPr>
          <a:xfrm>
            <a:off x="6231480" y="3142178"/>
            <a:ext cx="214872" cy="214872"/>
            <a:chOff x="2589469" y="3137165"/>
            <a:chExt cx="214872" cy="214872"/>
          </a:xfrm>
        </p:grpSpPr>
        <p:sp>
          <p:nvSpPr>
            <p:cNvPr id="185" name="Rectangle 184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6" name="Straight Connector 185"/>
            <p:cNvCxnSpPr>
              <a:stCxn id="185" idx="0"/>
              <a:endCxn id="185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>
              <a:stCxn id="185" idx="3"/>
              <a:endCxn id="185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TextBox 187"/>
          <p:cNvSpPr txBox="1"/>
          <p:nvPr/>
        </p:nvSpPr>
        <p:spPr>
          <a:xfrm>
            <a:off x="2286841" y="3358337"/>
            <a:ext cx="26321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</a:t>
            </a:r>
            <a:r>
              <a:rPr lang="en-US" sz="600" dirty="0" smtClean="0"/>
              <a:t>4</a:t>
            </a:r>
            <a:endParaRPr lang="en-US" sz="600" dirty="0"/>
          </a:p>
        </p:txBody>
      </p:sp>
      <p:sp>
        <p:nvSpPr>
          <p:cNvPr id="189" name="TextBox 188"/>
          <p:cNvSpPr txBox="1"/>
          <p:nvPr/>
        </p:nvSpPr>
        <p:spPr>
          <a:xfrm>
            <a:off x="2795672" y="3358337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 smtClean="0"/>
              <a:t>P10</a:t>
            </a:r>
          </a:p>
          <a:p>
            <a:pPr algn="ctr"/>
            <a:r>
              <a:rPr lang="en-US" sz="400" dirty="0" smtClean="0"/>
              <a:t/>
            </a:r>
            <a:br>
              <a:rPr lang="en-US" sz="400" dirty="0" smtClean="0"/>
            </a:br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190" name="TextBox 189"/>
          <p:cNvSpPr txBox="1"/>
          <p:nvPr/>
        </p:nvSpPr>
        <p:spPr>
          <a:xfrm>
            <a:off x="3059541" y="3358337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 smtClean="0"/>
              <a:t>P12</a:t>
            </a:r>
          </a:p>
          <a:p>
            <a:pPr algn="ctr"/>
            <a:r>
              <a:rPr lang="en-US" sz="400" dirty="0" smtClean="0"/>
              <a:t/>
            </a:r>
            <a:br>
              <a:rPr lang="en-US" sz="400" dirty="0" smtClean="0"/>
            </a:br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192" name="TextBox 191"/>
          <p:cNvSpPr txBox="1"/>
          <p:nvPr/>
        </p:nvSpPr>
        <p:spPr>
          <a:xfrm>
            <a:off x="3575634" y="3358337"/>
            <a:ext cx="320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 smtClean="0"/>
              <a:t>P16</a:t>
            </a:r>
          </a:p>
          <a:p>
            <a:pPr algn="ctr"/>
            <a:r>
              <a:rPr lang="en-US" sz="400" dirty="0" smtClean="0"/>
              <a:t/>
            </a:r>
            <a:br>
              <a:rPr lang="en-US" sz="400" dirty="0" smtClean="0"/>
            </a:br>
            <a:r>
              <a:rPr lang="en-US" sz="400" dirty="0" smtClean="0"/>
              <a:t>Brown</a:t>
            </a:r>
            <a:endParaRPr lang="en-US" sz="600" dirty="0"/>
          </a:p>
        </p:txBody>
      </p:sp>
      <p:sp>
        <p:nvSpPr>
          <p:cNvPr id="193" name="TextBox 192"/>
          <p:cNvSpPr txBox="1"/>
          <p:nvPr/>
        </p:nvSpPr>
        <p:spPr>
          <a:xfrm>
            <a:off x="3843005" y="335833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</a:t>
            </a:r>
            <a:r>
              <a:rPr lang="en-US" sz="600" dirty="0" smtClean="0"/>
              <a:t>18</a:t>
            </a:r>
          </a:p>
          <a:p>
            <a:pPr algn="ctr"/>
            <a:r>
              <a:rPr lang="en-US" sz="400" dirty="0" smtClean="0"/>
              <a:t/>
            </a:r>
            <a:br>
              <a:rPr lang="en-US" sz="400" dirty="0" smtClean="0"/>
            </a:br>
            <a:r>
              <a:rPr lang="en-US" sz="400" dirty="0" smtClean="0"/>
              <a:t>White</a:t>
            </a:r>
            <a:br>
              <a:rPr lang="en-US" sz="400" dirty="0" smtClean="0"/>
            </a:br>
            <a:r>
              <a:rPr lang="en-US" sz="400" dirty="0" smtClean="0"/>
              <a:t>Green</a:t>
            </a:r>
            <a:endParaRPr lang="en-US" sz="400" dirty="0"/>
          </a:p>
        </p:txBody>
      </p:sp>
      <p:sp>
        <p:nvSpPr>
          <p:cNvPr id="195" name="TextBox 194"/>
          <p:cNvSpPr txBox="1"/>
          <p:nvPr/>
        </p:nvSpPr>
        <p:spPr>
          <a:xfrm>
            <a:off x="4099352" y="3358337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</a:t>
            </a:r>
            <a:r>
              <a:rPr lang="en-US" sz="600" dirty="0" smtClean="0"/>
              <a:t>20</a:t>
            </a:r>
          </a:p>
          <a:p>
            <a:pPr algn="ctr"/>
            <a:r>
              <a:rPr lang="en-US" sz="400" dirty="0" smtClean="0"/>
              <a:t/>
            </a:r>
            <a:br>
              <a:rPr lang="en-US" sz="400" dirty="0" smtClean="0"/>
            </a:br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196" name="TextBox 195"/>
          <p:cNvSpPr txBox="1"/>
          <p:nvPr/>
        </p:nvSpPr>
        <p:spPr>
          <a:xfrm>
            <a:off x="4339186" y="3358337"/>
            <a:ext cx="346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</a:t>
            </a:r>
            <a:r>
              <a:rPr lang="en-US" sz="600" dirty="0" smtClean="0"/>
              <a:t>22A</a:t>
            </a:r>
          </a:p>
          <a:p>
            <a:pPr algn="ctr"/>
            <a:r>
              <a:rPr lang="en-US" sz="400" dirty="0" smtClean="0"/>
              <a:t/>
            </a:r>
            <a:br>
              <a:rPr lang="en-US" sz="400" dirty="0" smtClean="0"/>
            </a:br>
            <a:r>
              <a:rPr lang="en-US" sz="400" dirty="0" smtClean="0"/>
              <a:t>Black</a:t>
            </a:r>
            <a:endParaRPr lang="en-US" sz="500" dirty="0"/>
          </a:p>
        </p:txBody>
      </p:sp>
      <p:sp>
        <p:nvSpPr>
          <p:cNvPr id="197" name="TextBox 196"/>
          <p:cNvSpPr txBox="1"/>
          <p:nvPr/>
        </p:nvSpPr>
        <p:spPr>
          <a:xfrm>
            <a:off x="4605461" y="3358337"/>
            <a:ext cx="343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</a:t>
            </a:r>
            <a:r>
              <a:rPr lang="en-US" sz="600" dirty="0" smtClean="0"/>
              <a:t>22B</a:t>
            </a:r>
          </a:p>
          <a:p>
            <a:pPr algn="ctr"/>
            <a:r>
              <a:rPr lang="en-US" sz="400" dirty="0" smtClean="0"/>
              <a:t/>
            </a:r>
            <a:br>
              <a:rPr lang="en-US" sz="400" dirty="0" smtClean="0"/>
            </a:br>
            <a:r>
              <a:rPr lang="en-US" sz="400" dirty="0" smtClean="0"/>
              <a:t>Orange</a:t>
            </a:r>
            <a:endParaRPr lang="en-US" sz="600" dirty="0"/>
          </a:p>
        </p:txBody>
      </p:sp>
      <p:sp>
        <p:nvSpPr>
          <p:cNvPr id="198" name="TextBox 197"/>
          <p:cNvSpPr txBox="1"/>
          <p:nvPr/>
        </p:nvSpPr>
        <p:spPr>
          <a:xfrm>
            <a:off x="4859405" y="3358337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/>
              <a:t>P</a:t>
            </a:r>
            <a:r>
              <a:rPr lang="en-US" sz="500" dirty="0" smtClean="0"/>
              <a:t>26</a:t>
            </a:r>
            <a:br>
              <a:rPr lang="en-US" sz="500" dirty="0" smtClean="0"/>
            </a:br>
            <a:r>
              <a:rPr lang="en-US" sz="500" dirty="0" smtClean="0"/>
              <a:t>W10A</a:t>
            </a:r>
          </a:p>
          <a:p>
            <a:pPr algn="ctr"/>
            <a:r>
              <a:rPr lang="en-US" sz="400" dirty="0" smtClean="0"/>
              <a:t>Orange</a:t>
            </a:r>
            <a:endParaRPr lang="en-US" sz="600" dirty="0"/>
          </a:p>
        </p:txBody>
      </p:sp>
      <p:sp>
        <p:nvSpPr>
          <p:cNvPr id="200" name="TextBox 199"/>
          <p:cNvSpPr txBox="1"/>
          <p:nvPr/>
        </p:nvSpPr>
        <p:spPr>
          <a:xfrm>
            <a:off x="5406607" y="3364235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/>
              <a:t>P</a:t>
            </a:r>
            <a:r>
              <a:rPr lang="en-US" sz="500" dirty="0" smtClean="0"/>
              <a:t>30</a:t>
            </a:r>
            <a:br>
              <a:rPr lang="en-US" sz="500" dirty="0" smtClean="0"/>
            </a:br>
            <a:r>
              <a:rPr lang="en-US" sz="500" dirty="0" smtClean="0"/>
              <a:t>W32</a:t>
            </a:r>
          </a:p>
          <a:p>
            <a:pPr algn="ctr"/>
            <a:r>
              <a:rPr lang="en-US" sz="400" dirty="0" smtClean="0"/>
              <a:t>White</a:t>
            </a:r>
            <a:endParaRPr lang="en-US" sz="600" dirty="0"/>
          </a:p>
        </p:txBody>
      </p:sp>
      <p:sp>
        <p:nvSpPr>
          <p:cNvPr id="201" name="TextBox 200"/>
          <p:cNvSpPr txBox="1"/>
          <p:nvPr/>
        </p:nvSpPr>
        <p:spPr>
          <a:xfrm>
            <a:off x="5663799" y="3358337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/>
              <a:t>P</a:t>
            </a:r>
            <a:r>
              <a:rPr lang="en-US" sz="500" dirty="0" smtClean="0"/>
              <a:t>34C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202" name="TextBox 201"/>
          <p:cNvSpPr txBox="1"/>
          <p:nvPr/>
        </p:nvSpPr>
        <p:spPr>
          <a:xfrm>
            <a:off x="5919079" y="3358337"/>
            <a:ext cx="317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/>
              <a:t>P</a:t>
            </a:r>
            <a:r>
              <a:rPr lang="en-US" sz="500" dirty="0" smtClean="0"/>
              <a:t>34B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203" name="TextBox 202"/>
          <p:cNvSpPr txBox="1"/>
          <p:nvPr/>
        </p:nvSpPr>
        <p:spPr>
          <a:xfrm>
            <a:off x="6182685" y="3358337"/>
            <a:ext cx="3193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/>
              <a:t>P</a:t>
            </a:r>
            <a:r>
              <a:rPr lang="en-US" sz="500" dirty="0" smtClean="0"/>
              <a:t>34A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204" name="TextBox 203"/>
          <p:cNvSpPr txBox="1"/>
          <p:nvPr/>
        </p:nvSpPr>
        <p:spPr>
          <a:xfrm>
            <a:off x="6446355" y="3358337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P2</a:t>
            </a:r>
            <a:br>
              <a:rPr lang="en-US" sz="500" dirty="0" smtClean="0"/>
            </a:br>
            <a:r>
              <a:rPr lang="en-US" sz="500" dirty="0" smtClean="0"/>
              <a:t>W4</a:t>
            </a:r>
          </a:p>
          <a:p>
            <a:pPr algn="ctr"/>
            <a:r>
              <a:rPr lang="en-US" sz="400" dirty="0" smtClean="0"/>
              <a:t>Black</a:t>
            </a:r>
            <a:endParaRPr lang="en-US" sz="600" dirty="0"/>
          </a:p>
        </p:txBody>
      </p:sp>
      <p:sp>
        <p:nvSpPr>
          <p:cNvPr id="206" name="TextBox 205"/>
          <p:cNvSpPr txBox="1"/>
          <p:nvPr/>
        </p:nvSpPr>
        <p:spPr>
          <a:xfrm>
            <a:off x="471221" y="3580797"/>
            <a:ext cx="22955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smtClean="0"/>
              <a:t>A</a:t>
            </a:r>
            <a:endParaRPr lang="en-US" sz="600" dirty="0"/>
          </a:p>
        </p:txBody>
      </p:sp>
      <p:sp>
        <p:nvSpPr>
          <p:cNvPr id="208" name="TextBox 207"/>
          <p:cNvSpPr txBox="1"/>
          <p:nvPr/>
        </p:nvSpPr>
        <p:spPr>
          <a:xfrm>
            <a:off x="1269669" y="3580797"/>
            <a:ext cx="52346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smtClean="0"/>
              <a:t>B</a:t>
            </a:r>
            <a:endParaRPr lang="en-US" sz="600" dirty="0"/>
          </a:p>
        </p:txBody>
      </p:sp>
      <p:sp>
        <p:nvSpPr>
          <p:cNvPr id="209" name="TextBox 208"/>
          <p:cNvSpPr txBox="1"/>
          <p:nvPr/>
        </p:nvSpPr>
        <p:spPr>
          <a:xfrm>
            <a:off x="1253200" y="2032618"/>
            <a:ext cx="52346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/>
              <a:t>C</a:t>
            </a:r>
            <a:endParaRPr lang="en-US" sz="600" dirty="0"/>
          </a:p>
        </p:txBody>
      </p:sp>
      <p:sp>
        <p:nvSpPr>
          <p:cNvPr id="216" name="TextBox 215"/>
          <p:cNvSpPr txBox="1"/>
          <p:nvPr/>
        </p:nvSpPr>
        <p:spPr>
          <a:xfrm>
            <a:off x="7360218" y="337659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 smtClean="0"/>
              <a:t>P3</a:t>
            </a:r>
            <a:br>
              <a:rPr lang="en-US" sz="500" dirty="0" smtClean="0"/>
            </a:br>
            <a:endParaRPr lang="en-US" sz="500" dirty="0" smtClean="0"/>
          </a:p>
          <a:p>
            <a:pPr algn="ctr"/>
            <a:r>
              <a:rPr lang="en-US" sz="400" dirty="0" smtClean="0"/>
              <a:t>Blue</a:t>
            </a:r>
            <a:endParaRPr lang="en-US" sz="600" dirty="0"/>
          </a:p>
        </p:txBody>
      </p:sp>
      <p:sp>
        <p:nvSpPr>
          <p:cNvPr id="217" name="Oval 216"/>
          <p:cNvSpPr/>
          <p:nvPr/>
        </p:nvSpPr>
        <p:spPr>
          <a:xfrm rot="10800000">
            <a:off x="8060650" y="1523529"/>
            <a:ext cx="214871" cy="214871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Rectangle 218"/>
          <p:cNvSpPr/>
          <p:nvPr/>
        </p:nvSpPr>
        <p:spPr>
          <a:xfrm>
            <a:off x="8060649" y="1819021"/>
            <a:ext cx="214872" cy="2148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5" name="Group 224"/>
          <p:cNvGrpSpPr/>
          <p:nvPr/>
        </p:nvGrpSpPr>
        <p:grpSpPr>
          <a:xfrm>
            <a:off x="8060649" y="2397222"/>
            <a:ext cx="214872" cy="214872"/>
            <a:chOff x="2589469" y="3137165"/>
            <a:chExt cx="214872" cy="214872"/>
          </a:xfrm>
        </p:grpSpPr>
        <p:sp>
          <p:nvSpPr>
            <p:cNvPr id="226" name="Rectangle 225"/>
            <p:cNvSpPr/>
            <p:nvPr/>
          </p:nvSpPr>
          <p:spPr>
            <a:xfrm>
              <a:off x="2589469" y="3137165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7" name="Straight Connector 226"/>
            <p:cNvCxnSpPr>
              <a:stCxn id="226" idx="0"/>
              <a:endCxn id="226" idx="2"/>
            </p:cNvCxnSpPr>
            <p:nvPr/>
          </p:nvCxnSpPr>
          <p:spPr>
            <a:xfrm>
              <a:off x="2696905" y="3137165"/>
              <a:ext cx="0" cy="2148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>
              <a:stCxn id="226" idx="3"/>
              <a:endCxn id="226" idx="1"/>
            </p:cNvCxnSpPr>
            <p:nvPr/>
          </p:nvCxnSpPr>
          <p:spPr>
            <a:xfrm flipH="1">
              <a:off x="2589469" y="3244601"/>
              <a:ext cx="214872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oup 229"/>
          <p:cNvGrpSpPr/>
          <p:nvPr/>
        </p:nvGrpSpPr>
        <p:grpSpPr>
          <a:xfrm>
            <a:off x="7387249" y="3141411"/>
            <a:ext cx="214872" cy="214872"/>
            <a:chOff x="2324320" y="3142178"/>
            <a:chExt cx="214872" cy="214872"/>
          </a:xfrm>
        </p:grpSpPr>
        <p:sp>
          <p:nvSpPr>
            <p:cNvPr id="231" name="Oval 230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8060649" y="2109848"/>
            <a:ext cx="214872" cy="214872"/>
            <a:chOff x="2324320" y="3142178"/>
            <a:chExt cx="214872" cy="214872"/>
          </a:xfrm>
        </p:grpSpPr>
        <p:sp>
          <p:nvSpPr>
            <p:cNvPr id="234" name="Oval 233"/>
            <p:cNvSpPr/>
            <p:nvPr/>
          </p:nvSpPr>
          <p:spPr>
            <a:xfrm rot="10800000">
              <a:off x="2337325" y="3165498"/>
              <a:ext cx="186366" cy="180697"/>
            </a:xfrm>
            <a:prstGeom prst="ellipse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2324320" y="3142178"/>
              <a:ext cx="214872" cy="214872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441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46</Words>
  <Application>Microsoft Macintosh PowerPoint</Application>
  <PresentationFormat>A4 Paper (210x297 mm)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Mangal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Adrian Cuyugan</dc:creator>
  <cp:lastModifiedBy>Adrian Cuyugan</cp:lastModifiedBy>
  <cp:revision>9</cp:revision>
  <dcterms:created xsi:type="dcterms:W3CDTF">2017-04-22T07:07:01Z</dcterms:created>
  <dcterms:modified xsi:type="dcterms:W3CDTF">2017-04-22T09:04:44Z</dcterms:modified>
</cp:coreProperties>
</file>