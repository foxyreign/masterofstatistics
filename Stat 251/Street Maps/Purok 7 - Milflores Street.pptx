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172" userDrawn="1">
          <p15:clr>
            <a:srgbClr val="A4A3A4"/>
          </p15:clr>
        </p15:guide>
        <p15:guide id="3" pos="5955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pos="4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0"/>
    <p:restoredTop sz="94662"/>
  </p:normalViewPr>
  <p:slideViewPr>
    <p:cSldViewPr snapToGrid="0" snapToObjects="1">
      <p:cViewPr varScale="1">
        <p:scale>
          <a:sx n="149" d="100"/>
          <a:sy n="149" d="100"/>
        </p:scale>
        <p:origin x="2352" y="168"/>
      </p:cViewPr>
      <p:guideLst>
        <p:guide orient="horz" pos="232"/>
        <p:guide pos="172"/>
        <p:guide pos="5955"/>
        <p:guide orient="horz" pos="4110"/>
        <p:guide pos="4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93954" y="481263"/>
            <a:ext cx="1663388" cy="3524042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Brgy</a:t>
            </a:r>
            <a:r>
              <a:rPr lang="en-US" sz="1000" b="1" dirty="0" smtClean="0"/>
              <a:t>. Concepcion Uno</a:t>
            </a:r>
          </a:p>
          <a:p>
            <a:r>
              <a:rPr lang="en-US" sz="1000" dirty="0" err="1" smtClean="0"/>
              <a:t>Purok</a:t>
            </a:r>
            <a:r>
              <a:rPr lang="en-US" sz="1000" dirty="0" smtClean="0"/>
              <a:t>: 7</a:t>
            </a:r>
            <a:br>
              <a:rPr lang="en-US" sz="1000" dirty="0" smtClean="0"/>
            </a:br>
            <a:r>
              <a:rPr lang="en-US" sz="1000" dirty="0" smtClean="0"/>
              <a:t>Street: </a:t>
            </a:r>
            <a:r>
              <a:rPr lang="en-US" sz="1000" dirty="0" err="1" smtClean="0"/>
              <a:t>Milflores</a:t>
            </a: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Est number of HH: ____</a:t>
            </a:r>
          </a:p>
          <a:p>
            <a:endParaRPr lang="en-US" sz="1000" dirty="0"/>
          </a:p>
          <a:p>
            <a:r>
              <a:rPr lang="en-US" sz="1000" b="1" dirty="0" smtClean="0"/>
              <a:t>Legend:</a:t>
            </a:r>
          </a:p>
          <a:p>
            <a:endParaRPr lang="en-US" sz="1000" b="1" dirty="0" smtClean="0"/>
          </a:p>
          <a:p>
            <a:r>
              <a:rPr lang="en-US" sz="900" dirty="0" smtClean="0"/>
              <a:t>               Residential</a:t>
            </a:r>
            <a:endParaRPr lang="en-US" sz="900" dirty="0"/>
          </a:p>
          <a:p>
            <a:endParaRPr lang="en-US" sz="900" dirty="0" smtClean="0"/>
          </a:p>
          <a:p>
            <a:r>
              <a:rPr lang="en-US" sz="900" dirty="0"/>
              <a:t> </a:t>
            </a:r>
            <a:r>
              <a:rPr lang="en-US" sz="900" dirty="0" smtClean="0"/>
              <a:t>              Commercial</a:t>
            </a:r>
          </a:p>
          <a:p>
            <a:endParaRPr lang="en-US" sz="900" dirty="0"/>
          </a:p>
          <a:p>
            <a:r>
              <a:rPr lang="en-US" sz="900" dirty="0" smtClean="0"/>
              <a:t>               Res w/ store</a:t>
            </a:r>
          </a:p>
          <a:p>
            <a:endParaRPr lang="en-US" sz="900" dirty="0" smtClean="0"/>
          </a:p>
          <a:p>
            <a:r>
              <a:rPr lang="en-US" sz="900" dirty="0" smtClean="0"/>
              <a:t>               Vacant / construction</a:t>
            </a:r>
          </a:p>
          <a:p>
            <a:endParaRPr lang="en-US" sz="1000" dirty="0"/>
          </a:p>
          <a:p>
            <a:endParaRPr lang="en-US" sz="1000" b="1" dirty="0" smtClean="0"/>
          </a:p>
          <a:p>
            <a:endParaRPr lang="en-US" sz="1000" b="1" dirty="0" smtClean="0"/>
          </a:p>
          <a:p>
            <a:r>
              <a:rPr lang="en-US" sz="1000" b="1" dirty="0" smtClean="0"/>
              <a:t>Notes:</a:t>
            </a:r>
            <a:endParaRPr lang="en-US" sz="1000" b="1" dirty="0"/>
          </a:p>
          <a:p>
            <a:r>
              <a:rPr lang="en-US" sz="1000" dirty="0" smtClean="0"/>
              <a:t>A </a:t>
            </a:r>
            <a:r>
              <a:rPr lang="mr-IN" sz="1000" dirty="0" smtClean="0"/>
              <a:t>–</a:t>
            </a:r>
            <a:r>
              <a:rPr lang="en-US" sz="1000" dirty="0" smtClean="0"/>
              <a:t> Bakery</a:t>
            </a:r>
          </a:p>
          <a:p>
            <a:r>
              <a:rPr lang="en-US" sz="1000" dirty="0" smtClean="0"/>
              <a:t>B </a:t>
            </a:r>
            <a:r>
              <a:rPr lang="mr-IN" sz="1000" dirty="0" smtClean="0"/>
              <a:t>–</a:t>
            </a:r>
            <a:r>
              <a:rPr lang="en-US" sz="1000" dirty="0" smtClean="0"/>
              <a:t> JT Store</a:t>
            </a:r>
          </a:p>
          <a:p>
            <a:r>
              <a:rPr lang="en-US" sz="1000" dirty="0" smtClean="0"/>
              <a:t>C </a:t>
            </a:r>
            <a:r>
              <a:rPr lang="mr-IN" sz="1000" dirty="0" smtClean="0"/>
              <a:t>–</a:t>
            </a:r>
            <a:r>
              <a:rPr lang="en-US" sz="1000" dirty="0" smtClean="0"/>
              <a:t> Dental Clinic</a:t>
            </a:r>
          </a:p>
          <a:p>
            <a:r>
              <a:rPr lang="en-US" sz="1000" dirty="0" smtClean="0"/>
              <a:t>W77 </a:t>
            </a:r>
            <a:r>
              <a:rPr lang="mr-IN" sz="1000" dirty="0" smtClean="0"/>
              <a:t>–</a:t>
            </a:r>
            <a:r>
              <a:rPr lang="en-US" sz="1000" dirty="0" smtClean="0"/>
              <a:t> </a:t>
            </a:r>
            <a:r>
              <a:rPr lang="en-US" sz="1000" dirty="0" err="1" smtClean="0"/>
              <a:t>Evaristo</a:t>
            </a:r>
            <a:r>
              <a:rPr lang="en-US" sz="1000" dirty="0" smtClean="0"/>
              <a:t> Apartment</a:t>
            </a:r>
            <a:endParaRPr lang="en-US" sz="1000" dirty="0" smtClean="0"/>
          </a:p>
          <a:p>
            <a:endParaRPr lang="en-US" sz="1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832725" y="282842"/>
            <a:ext cx="0" cy="61214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 rot="10800000">
            <a:off x="8060650" y="153909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/>
          <p:cNvSpPr/>
          <p:nvPr/>
        </p:nvSpPr>
        <p:spPr>
          <a:xfrm>
            <a:off x="8060649" y="1834587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5" name="Group 224"/>
          <p:cNvGrpSpPr/>
          <p:nvPr/>
        </p:nvGrpSpPr>
        <p:grpSpPr>
          <a:xfrm>
            <a:off x="8060649" y="2412788"/>
            <a:ext cx="214872" cy="214872"/>
            <a:chOff x="2589469" y="3137165"/>
            <a:chExt cx="214872" cy="214872"/>
          </a:xfrm>
        </p:grpSpPr>
        <p:sp>
          <p:nvSpPr>
            <p:cNvPr id="226" name="Rectangle 225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Connector 226"/>
            <p:cNvCxnSpPr>
              <a:stCxn id="226" idx="0"/>
              <a:endCxn id="226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>
              <a:stCxn id="226" idx="3"/>
              <a:endCxn id="226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4" name="Oval 233"/>
          <p:cNvSpPr/>
          <p:nvPr/>
        </p:nvSpPr>
        <p:spPr>
          <a:xfrm rot="10800000">
            <a:off x="8073654" y="2142678"/>
            <a:ext cx="186366" cy="18069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/>
          <p:cNvSpPr/>
          <p:nvPr/>
        </p:nvSpPr>
        <p:spPr>
          <a:xfrm>
            <a:off x="8060649" y="2125414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0"/>
          <p:cNvSpPr txBox="1"/>
          <p:nvPr/>
        </p:nvSpPr>
        <p:spPr>
          <a:xfrm rot="16200000">
            <a:off x="12545679" y="1712929"/>
            <a:ext cx="1243097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Ilang-Ilang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cxnSp>
        <p:nvCxnSpPr>
          <p:cNvPr id="330" name="Straight Connector 329"/>
          <p:cNvCxnSpPr/>
          <p:nvPr/>
        </p:nvCxnSpPr>
        <p:spPr>
          <a:xfrm flipV="1">
            <a:off x="508556" y="1407752"/>
            <a:ext cx="177914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Straight Connector 330"/>
          <p:cNvCxnSpPr/>
          <p:nvPr/>
        </p:nvCxnSpPr>
        <p:spPr>
          <a:xfrm flipV="1">
            <a:off x="508556" y="1777220"/>
            <a:ext cx="177914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 rot="16200000">
            <a:off x="-388177" y="1507712"/>
            <a:ext cx="1500924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t>BARANGAY 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t>TUMANA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380161" y="1488432"/>
            <a:ext cx="359393" cy="200055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700" smtClean="0"/>
              <a:t>Gate</a:t>
            </a:r>
            <a:endParaRPr lang="en-US" sz="700" dirty="0"/>
          </a:p>
        </p:txBody>
      </p:sp>
      <p:cxnSp>
        <p:nvCxnSpPr>
          <p:cNvPr id="334" name="Straight Connector 333"/>
          <p:cNvCxnSpPr/>
          <p:nvPr/>
        </p:nvCxnSpPr>
        <p:spPr>
          <a:xfrm flipH="1" flipV="1">
            <a:off x="2621739" y="616240"/>
            <a:ext cx="3141" cy="785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5" name="Straight Connector 334"/>
          <p:cNvCxnSpPr/>
          <p:nvPr/>
        </p:nvCxnSpPr>
        <p:spPr>
          <a:xfrm flipH="1" flipV="1">
            <a:off x="2292398" y="616240"/>
            <a:ext cx="1367" cy="785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6" name="Straight Connector 335"/>
          <p:cNvCxnSpPr/>
          <p:nvPr/>
        </p:nvCxnSpPr>
        <p:spPr>
          <a:xfrm flipV="1">
            <a:off x="2633498" y="1768156"/>
            <a:ext cx="0" cy="7654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" name="Straight Connector 336"/>
          <p:cNvCxnSpPr/>
          <p:nvPr/>
        </p:nvCxnSpPr>
        <p:spPr>
          <a:xfrm flipH="1" flipV="1">
            <a:off x="2293765" y="1777219"/>
            <a:ext cx="2" cy="766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Straight Connector 337"/>
          <p:cNvCxnSpPr/>
          <p:nvPr/>
        </p:nvCxnSpPr>
        <p:spPr>
          <a:xfrm flipV="1">
            <a:off x="2623309" y="1398688"/>
            <a:ext cx="4497732" cy="27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Straight Connector 338"/>
          <p:cNvCxnSpPr/>
          <p:nvPr/>
        </p:nvCxnSpPr>
        <p:spPr>
          <a:xfrm>
            <a:off x="2632849" y="1761811"/>
            <a:ext cx="4488192" cy="63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0" name="TextBox 339"/>
          <p:cNvSpPr txBox="1"/>
          <p:nvPr/>
        </p:nvSpPr>
        <p:spPr>
          <a:xfrm>
            <a:off x="2245724" y="1449062"/>
            <a:ext cx="4945336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Milflores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341" name="TextBox 340"/>
          <p:cNvSpPr txBox="1"/>
          <p:nvPr/>
        </p:nvSpPr>
        <p:spPr>
          <a:xfrm>
            <a:off x="653600" y="1449062"/>
            <a:ext cx="1294743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Milflores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342" name="TextBox 341"/>
          <p:cNvSpPr txBox="1"/>
          <p:nvPr/>
        </p:nvSpPr>
        <p:spPr>
          <a:xfrm rot="16200000">
            <a:off x="1928469" y="1457227"/>
            <a:ext cx="1054135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Catleya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345" name="Oval 344"/>
          <p:cNvSpPr/>
          <p:nvPr/>
        </p:nvSpPr>
        <p:spPr>
          <a:xfrm rot="10800000">
            <a:off x="559086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 rot="10800000">
            <a:off x="854272" y="1817440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 rot="10800000">
            <a:off x="1149458" y="1817440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 rot="10800000">
            <a:off x="2035018" y="1809643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/>
          <p:cNvSpPr/>
          <p:nvPr/>
        </p:nvSpPr>
        <p:spPr>
          <a:xfrm rot="10800000">
            <a:off x="2676874" y="1807526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/>
          <p:cNvSpPr/>
          <p:nvPr/>
        </p:nvSpPr>
        <p:spPr>
          <a:xfrm>
            <a:off x="2953672" y="182167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mtClean="0">
                <a:solidFill>
                  <a:schemeClr val="tx1"/>
                </a:solidFill>
              </a:rPr>
              <a:t>2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60" name="Oval 359"/>
          <p:cNvSpPr/>
          <p:nvPr/>
        </p:nvSpPr>
        <p:spPr>
          <a:xfrm rot="10800000">
            <a:off x="3230470" y="182167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/>
          <p:cNvSpPr/>
          <p:nvPr/>
        </p:nvSpPr>
        <p:spPr>
          <a:xfrm rot="10800000">
            <a:off x="3507268" y="182167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/>
          <p:cNvSpPr/>
          <p:nvPr/>
        </p:nvSpPr>
        <p:spPr>
          <a:xfrm>
            <a:off x="3784066" y="182167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chemeClr val="tx1"/>
                </a:solidFill>
              </a:rPr>
              <a:t>2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363" name="Oval 362"/>
          <p:cNvSpPr/>
          <p:nvPr/>
        </p:nvSpPr>
        <p:spPr>
          <a:xfrm>
            <a:off x="4060864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mtClean="0">
                <a:solidFill>
                  <a:schemeClr val="tx1"/>
                </a:solidFill>
              </a:rPr>
              <a:t>2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65" name="Oval 364"/>
          <p:cNvSpPr/>
          <p:nvPr/>
        </p:nvSpPr>
        <p:spPr>
          <a:xfrm rot="10800000">
            <a:off x="4614461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Oval 365"/>
          <p:cNvSpPr/>
          <p:nvPr/>
        </p:nvSpPr>
        <p:spPr>
          <a:xfrm>
            <a:off x="4891259" y="1817440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mtClean="0">
                <a:solidFill>
                  <a:schemeClr val="tx1"/>
                </a:solidFill>
              </a:rPr>
              <a:t>2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67" name="Oval 366"/>
          <p:cNvSpPr/>
          <p:nvPr/>
        </p:nvSpPr>
        <p:spPr>
          <a:xfrm rot="10800000">
            <a:off x="5168057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Oval 367"/>
          <p:cNvSpPr/>
          <p:nvPr/>
        </p:nvSpPr>
        <p:spPr>
          <a:xfrm rot="10800000">
            <a:off x="5444855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/>
          <p:cNvSpPr/>
          <p:nvPr/>
        </p:nvSpPr>
        <p:spPr>
          <a:xfrm rot="10800000">
            <a:off x="5721653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/>
          <p:cNvSpPr/>
          <p:nvPr/>
        </p:nvSpPr>
        <p:spPr>
          <a:xfrm rot="10800000">
            <a:off x="5998451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/>
          <p:cNvSpPr/>
          <p:nvPr/>
        </p:nvSpPr>
        <p:spPr>
          <a:xfrm>
            <a:off x="6275249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mtClean="0">
                <a:solidFill>
                  <a:schemeClr val="tx1"/>
                </a:solidFill>
              </a:rPr>
              <a:t>2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72" name="Oval 371"/>
          <p:cNvSpPr/>
          <p:nvPr/>
        </p:nvSpPr>
        <p:spPr>
          <a:xfrm>
            <a:off x="6552047" y="1817441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mtClean="0">
                <a:solidFill>
                  <a:schemeClr val="tx1"/>
                </a:solidFill>
              </a:rPr>
              <a:t>2</a:t>
            </a:r>
            <a:endParaRPr lang="en-US" sz="600">
              <a:solidFill>
                <a:schemeClr val="tx1"/>
              </a:solidFill>
            </a:endParaRPr>
          </a:p>
        </p:txBody>
      </p:sp>
      <p:cxnSp>
        <p:nvCxnSpPr>
          <p:cNvPr id="380" name="Straight Connector 379"/>
          <p:cNvCxnSpPr/>
          <p:nvPr/>
        </p:nvCxnSpPr>
        <p:spPr>
          <a:xfrm flipH="1" flipV="1">
            <a:off x="7458219" y="614720"/>
            <a:ext cx="1" cy="7548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1" name="Straight Connector 380"/>
          <p:cNvCxnSpPr/>
          <p:nvPr/>
        </p:nvCxnSpPr>
        <p:spPr>
          <a:xfrm flipV="1">
            <a:off x="7128613" y="614720"/>
            <a:ext cx="0" cy="7866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2" name="Straight Connector 381"/>
          <p:cNvCxnSpPr/>
          <p:nvPr/>
        </p:nvCxnSpPr>
        <p:spPr>
          <a:xfrm flipV="1">
            <a:off x="7468346" y="1752099"/>
            <a:ext cx="0" cy="7654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3" name="Straight Connector 382"/>
          <p:cNvCxnSpPr/>
          <p:nvPr/>
        </p:nvCxnSpPr>
        <p:spPr>
          <a:xfrm flipH="1" flipV="1">
            <a:off x="7116475" y="1761811"/>
            <a:ext cx="2" cy="766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/>
          <p:cNvSpPr txBox="1"/>
          <p:nvPr/>
        </p:nvSpPr>
        <p:spPr>
          <a:xfrm rot="16200000">
            <a:off x="6653705" y="1421561"/>
            <a:ext cx="1273362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Everlasting Street</a:t>
            </a:r>
            <a:endParaRPr lang="en-US" sz="1200" dirty="0"/>
          </a:p>
        </p:txBody>
      </p:sp>
      <p:cxnSp>
        <p:nvCxnSpPr>
          <p:cNvPr id="388" name="Straight Connector 387"/>
          <p:cNvCxnSpPr/>
          <p:nvPr/>
        </p:nvCxnSpPr>
        <p:spPr>
          <a:xfrm>
            <a:off x="7458219" y="1386557"/>
            <a:ext cx="2411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9" name="Straight Connector 388"/>
          <p:cNvCxnSpPr/>
          <p:nvPr/>
        </p:nvCxnSpPr>
        <p:spPr>
          <a:xfrm flipV="1">
            <a:off x="7468346" y="1756025"/>
            <a:ext cx="231031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Connector 397"/>
          <p:cNvCxnSpPr/>
          <p:nvPr/>
        </p:nvCxnSpPr>
        <p:spPr>
          <a:xfrm flipH="1" flipV="1">
            <a:off x="1357626" y="2946209"/>
            <a:ext cx="1" cy="7548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Straight Connector 398"/>
          <p:cNvCxnSpPr/>
          <p:nvPr/>
        </p:nvCxnSpPr>
        <p:spPr>
          <a:xfrm flipV="1">
            <a:off x="1028020" y="2946210"/>
            <a:ext cx="0" cy="766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Straight Connector 399"/>
          <p:cNvCxnSpPr/>
          <p:nvPr/>
        </p:nvCxnSpPr>
        <p:spPr>
          <a:xfrm flipV="1">
            <a:off x="1367753" y="4083588"/>
            <a:ext cx="0" cy="7654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1" name="Straight Connector 400"/>
          <p:cNvCxnSpPr/>
          <p:nvPr/>
        </p:nvCxnSpPr>
        <p:spPr>
          <a:xfrm flipH="1" flipV="1">
            <a:off x="1028017" y="4093300"/>
            <a:ext cx="2" cy="766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 rot="16200000">
            <a:off x="553112" y="3753050"/>
            <a:ext cx="1273362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Everlasting Street</a:t>
            </a:r>
            <a:endParaRPr lang="en-US" sz="1200" dirty="0"/>
          </a:p>
        </p:txBody>
      </p:sp>
      <p:cxnSp>
        <p:nvCxnSpPr>
          <p:cNvPr id="403" name="Straight Connector 402"/>
          <p:cNvCxnSpPr/>
          <p:nvPr/>
        </p:nvCxnSpPr>
        <p:spPr>
          <a:xfrm flipV="1">
            <a:off x="1357439" y="3714122"/>
            <a:ext cx="468259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Straight Connector 403"/>
          <p:cNvCxnSpPr/>
          <p:nvPr/>
        </p:nvCxnSpPr>
        <p:spPr>
          <a:xfrm>
            <a:off x="1367753" y="4083588"/>
            <a:ext cx="46722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5" name="Straight Connector 404"/>
          <p:cNvCxnSpPr/>
          <p:nvPr/>
        </p:nvCxnSpPr>
        <p:spPr>
          <a:xfrm>
            <a:off x="604021" y="3714120"/>
            <a:ext cx="4179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Straight Connector 405"/>
          <p:cNvCxnSpPr/>
          <p:nvPr/>
        </p:nvCxnSpPr>
        <p:spPr>
          <a:xfrm>
            <a:off x="604021" y="4093300"/>
            <a:ext cx="4387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1" name="Oval 410"/>
          <p:cNvSpPr/>
          <p:nvPr/>
        </p:nvSpPr>
        <p:spPr>
          <a:xfrm rot="10800000">
            <a:off x="2030853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Oval 411"/>
          <p:cNvSpPr/>
          <p:nvPr/>
        </p:nvSpPr>
        <p:spPr>
          <a:xfrm>
            <a:off x="2341799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chemeClr val="tx1"/>
                </a:solidFill>
              </a:rPr>
              <a:t>2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413" name="Oval 412"/>
          <p:cNvSpPr/>
          <p:nvPr/>
        </p:nvSpPr>
        <p:spPr>
          <a:xfrm rot="10800000">
            <a:off x="2652745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Oval 413"/>
          <p:cNvSpPr/>
          <p:nvPr/>
        </p:nvSpPr>
        <p:spPr>
          <a:xfrm rot="10800000">
            <a:off x="2963691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Oval 414"/>
          <p:cNvSpPr/>
          <p:nvPr/>
        </p:nvSpPr>
        <p:spPr>
          <a:xfrm rot="10800000">
            <a:off x="3274637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Oval 415"/>
          <p:cNvSpPr/>
          <p:nvPr/>
        </p:nvSpPr>
        <p:spPr>
          <a:xfrm rot="10800000">
            <a:off x="3585583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Oval 416"/>
          <p:cNvSpPr/>
          <p:nvPr/>
        </p:nvSpPr>
        <p:spPr>
          <a:xfrm rot="10800000">
            <a:off x="3896529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Oval 417"/>
          <p:cNvSpPr/>
          <p:nvPr/>
        </p:nvSpPr>
        <p:spPr>
          <a:xfrm rot="10800000">
            <a:off x="4207475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/>
          <p:cNvSpPr/>
          <p:nvPr/>
        </p:nvSpPr>
        <p:spPr>
          <a:xfrm rot="10800000">
            <a:off x="4518421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Oval 419"/>
          <p:cNvSpPr/>
          <p:nvPr/>
        </p:nvSpPr>
        <p:spPr>
          <a:xfrm>
            <a:off x="4829367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chemeClr val="tx1"/>
                </a:solidFill>
              </a:rPr>
              <a:t>2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421" name="Oval 420"/>
          <p:cNvSpPr/>
          <p:nvPr/>
        </p:nvSpPr>
        <p:spPr>
          <a:xfrm rot="10800000">
            <a:off x="5140313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/>
          <p:cNvSpPr/>
          <p:nvPr/>
        </p:nvSpPr>
        <p:spPr>
          <a:xfrm rot="10800000">
            <a:off x="5451259" y="4130055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7" name="Straight Connector 426"/>
          <p:cNvCxnSpPr/>
          <p:nvPr/>
        </p:nvCxnSpPr>
        <p:spPr>
          <a:xfrm flipH="1" flipV="1">
            <a:off x="6373218" y="2921177"/>
            <a:ext cx="3141" cy="785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Straight Connector 427"/>
          <p:cNvCxnSpPr/>
          <p:nvPr/>
        </p:nvCxnSpPr>
        <p:spPr>
          <a:xfrm flipH="1" flipV="1">
            <a:off x="6043877" y="2921177"/>
            <a:ext cx="1367" cy="785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9" name="Straight Connector 428"/>
          <p:cNvCxnSpPr/>
          <p:nvPr/>
        </p:nvCxnSpPr>
        <p:spPr>
          <a:xfrm flipV="1">
            <a:off x="6384977" y="4073094"/>
            <a:ext cx="0" cy="10881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0" name="Straight Connector 429"/>
          <p:cNvCxnSpPr/>
          <p:nvPr/>
        </p:nvCxnSpPr>
        <p:spPr>
          <a:xfrm flipV="1">
            <a:off x="6045244" y="4082157"/>
            <a:ext cx="0" cy="10837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 rot="16200000">
            <a:off x="4522537" y="4467158"/>
            <a:ext cx="3368961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Ilang-Ilang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cxnSp>
        <p:nvCxnSpPr>
          <p:cNvPr id="432" name="Straight Connector 431"/>
          <p:cNvCxnSpPr/>
          <p:nvPr/>
        </p:nvCxnSpPr>
        <p:spPr>
          <a:xfrm>
            <a:off x="6379575" y="3712688"/>
            <a:ext cx="6236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3" name="Straight Connector 432"/>
          <p:cNvCxnSpPr/>
          <p:nvPr/>
        </p:nvCxnSpPr>
        <p:spPr>
          <a:xfrm>
            <a:off x="6389702" y="4082158"/>
            <a:ext cx="6135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4" name="Straight Connector 443"/>
          <p:cNvCxnSpPr/>
          <p:nvPr/>
        </p:nvCxnSpPr>
        <p:spPr>
          <a:xfrm>
            <a:off x="5193085" y="5161285"/>
            <a:ext cx="8474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5" name="Straight Connector 444"/>
          <p:cNvCxnSpPr/>
          <p:nvPr/>
        </p:nvCxnSpPr>
        <p:spPr>
          <a:xfrm>
            <a:off x="5193085" y="5530753"/>
            <a:ext cx="8474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59086" y="3761602"/>
            <a:ext cx="6421186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Milflores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cxnSp>
        <p:nvCxnSpPr>
          <p:cNvPr id="459" name="Straight Connector 458"/>
          <p:cNvCxnSpPr/>
          <p:nvPr/>
        </p:nvCxnSpPr>
        <p:spPr>
          <a:xfrm>
            <a:off x="6379575" y="5161283"/>
            <a:ext cx="6236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Straight Connector 459"/>
          <p:cNvCxnSpPr/>
          <p:nvPr/>
        </p:nvCxnSpPr>
        <p:spPr>
          <a:xfrm>
            <a:off x="6389702" y="5530753"/>
            <a:ext cx="6135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3" name="Straight Connector 462"/>
          <p:cNvCxnSpPr/>
          <p:nvPr/>
        </p:nvCxnSpPr>
        <p:spPr>
          <a:xfrm flipV="1">
            <a:off x="6389702" y="5524676"/>
            <a:ext cx="0" cy="7654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4" name="Straight Connector 463"/>
          <p:cNvCxnSpPr/>
          <p:nvPr/>
        </p:nvCxnSpPr>
        <p:spPr>
          <a:xfrm flipH="1" flipV="1">
            <a:off x="6049969" y="5533739"/>
            <a:ext cx="2" cy="766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4141492" y="5208021"/>
            <a:ext cx="1818580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 smtClean="0"/>
              <a:t>Dama</a:t>
            </a:r>
            <a:r>
              <a:rPr lang="en-US" sz="1200" dirty="0" smtClean="0"/>
              <a:t> de </a:t>
            </a:r>
            <a:r>
              <a:rPr lang="en-US" sz="1200" dirty="0" err="1" smtClean="0"/>
              <a:t>Noche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466" name="TextBox 465"/>
          <p:cNvSpPr txBox="1"/>
          <p:nvPr/>
        </p:nvSpPr>
        <p:spPr>
          <a:xfrm>
            <a:off x="526145" y="202825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W1</a:t>
            </a:r>
            <a:endParaRPr lang="en-US" sz="500" dirty="0" smtClean="0"/>
          </a:p>
          <a:p>
            <a:pPr algn="ctr"/>
            <a:r>
              <a:rPr lang="en-US" sz="400" dirty="0" smtClean="0"/>
              <a:t>Blue</a:t>
            </a:r>
            <a:endParaRPr lang="en-US" sz="600" dirty="0"/>
          </a:p>
        </p:txBody>
      </p:sp>
      <p:sp>
        <p:nvSpPr>
          <p:cNvPr id="467" name="TextBox 466"/>
          <p:cNvSpPr txBox="1"/>
          <p:nvPr/>
        </p:nvSpPr>
        <p:spPr>
          <a:xfrm>
            <a:off x="812467" y="2028254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W3</a:t>
            </a: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468" name="TextBox 467"/>
          <p:cNvSpPr txBox="1"/>
          <p:nvPr/>
        </p:nvSpPr>
        <p:spPr>
          <a:xfrm>
            <a:off x="1099567" y="2028254"/>
            <a:ext cx="312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P5A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69" name="TextBox 468"/>
          <p:cNvSpPr txBox="1"/>
          <p:nvPr/>
        </p:nvSpPr>
        <p:spPr>
          <a:xfrm>
            <a:off x="1393959" y="2028254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P5B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471" name="TextBox 470"/>
          <p:cNvSpPr txBox="1"/>
          <p:nvPr/>
        </p:nvSpPr>
        <p:spPr>
          <a:xfrm>
            <a:off x="1985534" y="2028254"/>
            <a:ext cx="306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P11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/>
              <a:t>W</a:t>
            </a:r>
            <a:r>
              <a:rPr lang="en-US" sz="500" dirty="0" smtClean="0"/>
              <a:t>11</a:t>
            </a:r>
            <a:endParaRPr lang="en-US" sz="500" dirty="0" smtClean="0"/>
          </a:p>
          <a:p>
            <a:pPr algn="ctr"/>
            <a:r>
              <a:rPr lang="en-US" sz="400" dirty="0" smtClean="0"/>
              <a:t>Gray</a:t>
            </a:r>
            <a:endParaRPr lang="en-US" sz="600" dirty="0"/>
          </a:p>
        </p:txBody>
      </p:sp>
      <p:sp>
        <p:nvSpPr>
          <p:cNvPr id="472" name="TextBox 471"/>
          <p:cNvSpPr txBox="1"/>
          <p:nvPr/>
        </p:nvSpPr>
        <p:spPr>
          <a:xfrm>
            <a:off x="2632849" y="2028254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P12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473" name="TextBox 472"/>
          <p:cNvSpPr txBox="1"/>
          <p:nvPr/>
        </p:nvSpPr>
        <p:spPr>
          <a:xfrm>
            <a:off x="2858444" y="2028254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P14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W15-A/B</a:t>
            </a: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474" name="TextBox 473"/>
          <p:cNvSpPr txBox="1"/>
          <p:nvPr/>
        </p:nvSpPr>
        <p:spPr>
          <a:xfrm>
            <a:off x="3187174" y="2028254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P16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75" name="TextBox 474"/>
          <p:cNvSpPr txBox="1"/>
          <p:nvPr/>
        </p:nvSpPr>
        <p:spPr>
          <a:xfrm>
            <a:off x="3444055" y="2028254"/>
            <a:ext cx="367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P18A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Stainless</a:t>
            </a:r>
            <a:endParaRPr lang="en-US" sz="600" dirty="0"/>
          </a:p>
        </p:txBody>
      </p:sp>
      <p:sp>
        <p:nvSpPr>
          <p:cNvPr id="476" name="TextBox 475"/>
          <p:cNvSpPr txBox="1"/>
          <p:nvPr/>
        </p:nvSpPr>
        <p:spPr>
          <a:xfrm>
            <a:off x="3743430" y="2028254"/>
            <a:ext cx="317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P18B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477" name="TextBox 476"/>
          <p:cNvSpPr txBox="1"/>
          <p:nvPr/>
        </p:nvSpPr>
        <p:spPr>
          <a:xfrm>
            <a:off x="4010933" y="2028254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P20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78" name="TextBox 477"/>
          <p:cNvSpPr txBox="1"/>
          <p:nvPr/>
        </p:nvSpPr>
        <p:spPr>
          <a:xfrm>
            <a:off x="4323335" y="2028254"/>
            <a:ext cx="264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Red</a:t>
            </a:r>
            <a:endParaRPr lang="en-US" sz="600" dirty="0"/>
          </a:p>
        </p:txBody>
      </p:sp>
      <p:sp>
        <p:nvSpPr>
          <p:cNvPr id="479" name="TextBox 478"/>
          <p:cNvSpPr txBox="1"/>
          <p:nvPr/>
        </p:nvSpPr>
        <p:spPr>
          <a:xfrm>
            <a:off x="4562133" y="2028253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P24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80" name="TextBox 479"/>
          <p:cNvSpPr txBox="1"/>
          <p:nvPr/>
        </p:nvSpPr>
        <p:spPr>
          <a:xfrm>
            <a:off x="4842068" y="2028254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P26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81" name="TextBox 480"/>
          <p:cNvSpPr txBox="1"/>
          <p:nvPr/>
        </p:nvSpPr>
        <p:spPr>
          <a:xfrm>
            <a:off x="5119489" y="2015598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P28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W29</a:t>
            </a:r>
            <a:endParaRPr lang="en-US" sz="500" dirty="0" smtClean="0"/>
          </a:p>
          <a:p>
            <a:pPr algn="ctr"/>
            <a:r>
              <a:rPr lang="en-US" sz="400" dirty="0" smtClean="0"/>
              <a:t>Blue</a:t>
            </a:r>
            <a:endParaRPr lang="en-US" sz="600" dirty="0"/>
          </a:p>
        </p:txBody>
      </p:sp>
      <p:sp>
        <p:nvSpPr>
          <p:cNvPr id="482" name="TextBox 481"/>
          <p:cNvSpPr txBox="1"/>
          <p:nvPr/>
        </p:nvSpPr>
        <p:spPr>
          <a:xfrm>
            <a:off x="5402360" y="2028254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P30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W31</a:t>
            </a: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83" name="TextBox 482"/>
          <p:cNvSpPr txBox="1"/>
          <p:nvPr/>
        </p:nvSpPr>
        <p:spPr>
          <a:xfrm>
            <a:off x="5680020" y="2028254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P32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W33</a:t>
            </a:r>
            <a:endParaRPr lang="en-US" sz="500" dirty="0" smtClean="0"/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484" name="TextBox 483"/>
          <p:cNvSpPr txBox="1"/>
          <p:nvPr/>
        </p:nvSpPr>
        <p:spPr>
          <a:xfrm>
            <a:off x="5982851" y="2028254"/>
            <a:ext cx="282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P34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Red</a:t>
            </a:r>
            <a:endParaRPr lang="en-US" sz="600" dirty="0"/>
          </a:p>
        </p:txBody>
      </p:sp>
      <p:sp>
        <p:nvSpPr>
          <p:cNvPr id="485" name="TextBox 484"/>
          <p:cNvSpPr txBox="1"/>
          <p:nvPr/>
        </p:nvSpPr>
        <p:spPr>
          <a:xfrm>
            <a:off x="6238895" y="2028254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P36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W37</a:t>
            </a: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86" name="TextBox 485"/>
          <p:cNvSpPr txBox="1"/>
          <p:nvPr/>
        </p:nvSpPr>
        <p:spPr>
          <a:xfrm>
            <a:off x="6510214" y="2028254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P38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90" name="TextBox 489"/>
          <p:cNvSpPr txBox="1"/>
          <p:nvPr/>
        </p:nvSpPr>
        <p:spPr>
          <a:xfrm>
            <a:off x="1355936" y="4334918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P40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Brown</a:t>
            </a:r>
            <a:endParaRPr lang="en-US" sz="600" dirty="0"/>
          </a:p>
        </p:txBody>
      </p:sp>
      <p:sp>
        <p:nvSpPr>
          <p:cNvPr id="492" name="TextBox 491"/>
          <p:cNvSpPr txBox="1"/>
          <p:nvPr/>
        </p:nvSpPr>
        <p:spPr>
          <a:xfrm>
            <a:off x="1984087" y="4334918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P42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W43</a:t>
            </a: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493" name="TextBox 492"/>
          <p:cNvSpPr txBox="1"/>
          <p:nvPr/>
        </p:nvSpPr>
        <p:spPr>
          <a:xfrm>
            <a:off x="2289714" y="4334918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P44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W45</a:t>
            </a: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494" name="TextBox 493"/>
          <p:cNvSpPr txBox="1"/>
          <p:nvPr/>
        </p:nvSpPr>
        <p:spPr>
          <a:xfrm>
            <a:off x="2618876" y="4334918"/>
            <a:ext cx="282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P46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Blue</a:t>
            </a:r>
            <a:endParaRPr lang="en-US" sz="600" dirty="0"/>
          </a:p>
        </p:txBody>
      </p:sp>
      <p:sp>
        <p:nvSpPr>
          <p:cNvPr id="495" name="TextBox 494"/>
          <p:cNvSpPr txBox="1"/>
          <p:nvPr/>
        </p:nvSpPr>
        <p:spPr>
          <a:xfrm>
            <a:off x="2928005" y="4334918"/>
            <a:ext cx="29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P48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496" name="TextBox 495"/>
          <p:cNvSpPr txBox="1"/>
          <p:nvPr/>
        </p:nvSpPr>
        <p:spPr>
          <a:xfrm>
            <a:off x="3228990" y="4334918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P50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W51</a:t>
            </a:r>
            <a:endParaRPr lang="en-US" sz="500" dirty="0" smtClean="0"/>
          </a:p>
          <a:p>
            <a:pPr algn="ctr"/>
            <a:r>
              <a:rPr lang="en-US" sz="400" dirty="0" smtClean="0"/>
              <a:t>Blue</a:t>
            </a:r>
            <a:endParaRPr lang="en-US" sz="600" dirty="0"/>
          </a:p>
        </p:txBody>
      </p:sp>
      <p:sp>
        <p:nvSpPr>
          <p:cNvPr id="497" name="TextBox 496"/>
          <p:cNvSpPr txBox="1"/>
          <p:nvPr/>
        </p:nvSpPr>
        <p:spPr>
          <a:xfrm>
            <a:off x="3539460" y="4334918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P52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W53</a:t>
            </a:r>
            <a:endParaRPr lang="en-US" sz="500" dirty="0" smtClean="0"/>
          </a:p>
          <a:p>
            <a:pPr algn="ctr"/>
            <a:r>
              <a:rPr lang="en-US" sz="400" dirty="0" smtClean="0"/>
              <a:t>Gray</a:t>
            </a:r>
            <a:endParaRPr lang="en-US" sz="600" dirty="0"/>
          </a:p>
        </p:txBody>
      </p:sp>
      <p:sp>
        <p:nvSpPr>
          <p:cNvPr id="498" name="TextBox 497"/>
          <p:cNvSpPr txBox="1"/>
          <p:nvPr/>
        </p:nvSpPr>
        <p:spPr>
          <a:xfrm>
            <a:off x="3840244" y="4334918"/>
            <a:ext cx="317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P52B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Red</a:t>
            </a:r>
            <a:endParaRPr lang="en-US" sz="600" dirty="0"/>
          </a:p>
        </p:txBody>
      </p:sp>
      <p:sp>
        <p:nvSpPr>
          <p:cNvPr id="499" name="TextBox 498"/>
          <p:cNvSpPr txBox="1"/>
          <p:nvPr/>
        </p:nvSpPr>
        <p:spPr>
          <a:xfrm>
            <a:off x="4158281" y="4334918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P54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500" name="TextBox 499"/>
          <p:cNvSpPr txBox="1"/>
          <p:nvPr/>
        </p:nvSpPr>
        <p:spPr>
          <a:xfrm>
            <a:off x="4472272" y="4334918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P56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501" name="TextBox 500"/>
          <p:cNvSpPr txBox="1"/>
          <p:nvPr/>
        </p:nvSpPr>
        <p:spPr>
          <a:xfrm>
            <a:off x="4782899" y="4335634"/>
            <a:ext cx="31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P58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Green</a:t>
            </a:r>
            <a:endParaRPr lang="en-US" sz="600" dirty="0"/>
          </a:p>
        </p:txBody>
      </p:sp>
      <p:sp>
        <p:nvSpPr>
          <p:cNvPr id="502" name="TextBox 501"/>
          <p:cNvSpPr txBox="1"/>
          <p:nvPr/>
        </p:nvSpPr>
        <p:spPr>
          <a:xfrm>
            <a:off x="5103327" y="4334918"/>
            <a:ext cx="29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P60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503" name="TextBox 502"/>
          <p:cNvSpPr txBox="1"/>
          <p:nvPr/>
        </p:nvSpPr>
        <p:spPr>
          <a:xfrm>
            <a:off x="5404992" y="4334918"/>
            <a:ext cx="317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P60B</a:t>
            </a:r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W61</a:t>
            </a: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509" name="Oval 508"/>
          <p:cNvSpPr/>
          <p:nvPr/>
        </p:nvSpPr>
        <p:spPr>
          <a:xfrm>
            <a:off x="1457649" y="1832809"/>
            <a:ext cx="186366" cy="180697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chemeClr val="tx1"/>
                </a:solidFill>
              </a:rPr>
              <a:t>2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510" name="Rectangle 509"/>
          <p:cNvSpPr/>
          <p:nvPr/>
        </p:nvSpPr>
        <p:spPr>
          <a:xfrm>
            <a:off x="1444644" y="1815545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1" name="Group 510"/>
          <p:cNvGrpSpPr/>
          <p:nvPr/>
        </p:nvGrpSpPr>
        <p:grpSpPr>
          <a:xfrm>
            <a:off x="1739831" y="1822517"/>
            <a:ext cx="214872" cy="214872"/>
            <a:chOff x="2589469" y="3137165"/>
            <a:chExt cx="214872" cy="214872"/>
          </a:xfrm>
        </p:grpSpPr>
        <p:sp>
          <p:nvSpPr>
            <p:cNvPr id="512" name="Rectangle 511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3" name="Straight Connector 512"/>
            <p:cNvCxnSpPr/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/>
            <p:cNvCxnSpPr/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5" name="Group 514"/>
          <p:cNvGrpSpPr/>
          <p:nvPr/>
        </p:nvGrpSpPr>
        <p:grpSpPr>
          <a:xfrm>
            <a:off x="4337662" y="1816936"/>
            <a:ext cx="214872" cy="214872"/>
            <a:chOff x="2589469" y="3137165"/>
            <a:chExt cx="214872" cy="214872"/>
          </a:xfrm>
        </p:grpSpPr>
        <p:sp>
          <p:nvSpPr>
            <p:cNvPr id="516" name="Rectangle 515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7" name="Straight Connector 516"/>
            <p:cNvCxnSpPr>
              <a:stCxn id="516" idx="0"/>
              <a:endCxn id="516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/>
            <p:cNvCxnSpPr>
              <a:stCxn id="516" idx="3"/>
              <a:endCxn id="516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9" name="Rectangle 518"/>
          <p:cNvSpPr/>
          <p:nvPr/>
        </p:nvSpPr>
        <p:spPr>
          <a:xfrm>
            <a:off x="6828847" y="1812283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TextBox 524"/>
          <p:cNvSpPr txBox="1"/>
          <p:nvPr/>
        </p:nvSpPr>
        <p:spPr>
          <a:xfrm>
            <a:off x="6824337" y="2027608"/>
            <a:ext cx="221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A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endParaRPr lang="en-US" sz="600" dirty="0"/>
          </a:p>
        </p:txBody>
      </p:sp>
      <p:sp>
        <p:nvSpPr>
          <p:cNvPr id="526" name="Rectangle 525"/>
          <p:cNvSpPr/>
          <p:nvPr/>
        </p:nvSpPr>
        <p:spPr>
          <a:xfrm>
            <a:off x="723330" y="4152171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TextBox 526"/>
          <p:cNvSpPr txBox="1"/>
          <p:nvPr/>
        </p:nvSpPr>
        <p:spPr>
          <a:xfrm>
            <a:off x="718820" y="4379608"/>
            <a:ext cx="221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A</a:t>
            </a:r>
            <a:r>
              <a:rPr lang="en-US" sz="500" dirty="0" smtClean="0"/>
              <a:t/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endParaRPr lang="en-US" sz="600" dirty="0"/>
          </a:p>
        </p:txBody>
      </p:sp>
      <p:grpSp>
        <p:nvGrpSpPr>
          <p:cNvPr id="528" name="Group 527"/>
          <p:cNvGrpSpPr/>
          <p:nvPr/>
        </p:nvGrpSpPr>
        <p:grpSpPr>
          <a:xfrm>
            <a:off x="1413042" y="4130054"/>
            <a:ext cx="214872" cy="214872"/>
            <a:chOff x="2589469" y="3137165"/>
            <a:chExt cx="214872" cy="214872"/>
          </a:xfrm>
        </p:grpSpPr>
        <p:sp>
          <p:nvSpPr>
            <p:cNvPr id="529" name="Rectangle 528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0" name="Straight Connector 529"/>
            <p:cNvCxnSpPr>
              <a:stCxn id="529" idx="0"/>
              <a:endCxn id="529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>
              <a:stCxn id="529" idx="3"/>
              <a:endCxn id="529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2" name="Group 531"/>
          <p:cNvGrpSpPr/>
          <p:nvPr/>
        </p:nvGrpSpPr>
        <p:grpSpPr>
          <a:xfrm>
            <a:off x="1725696" y="4130054"/>
            <a:ext cx="214872" cy="214872"/>
            <a:chOff x="2589469" y="3137165"/>
            <a:chExt cx="214872" cy="214872"/>
          </a:xfrm>
        </p:grpSpPr>
        <p:sp>
          <p:nvSpPr>
            <p:cNvPr id="533" name="Rectangle 532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4" name="Straight Connector 533"/>
            <p:cNvCxnSpPr>
              <a:stCxn id="533" idx="0"/>
              <a:endCxn id="533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>
              <a:stCxn id="533" idx="3"/>
              <a:endCxn id="533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" name="Group 540"/>
          <p:cNvGrpSpPr/>
          <p:nvPr/>
        </p:nvGrpSpPr>
        <p:grpSpPr>
          <a:xfrm>
            <a:off x="5769800" y="4650245"/>
            <a:ext cx="214872" cy="214872"/>
            <a:chOff x="2324320" y="3142178"/>
            <a:chExt cx="214872" cy="214872"/>
          </a:xfrm>
        </p:grpSpPr>
        <p:sp>
          <p:nvSpPr>
            <p:cNvPr id="542" name="Oval 541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4" name="Group 543"/>
          <p:cNvGrpSpPr/>
          <p:nvPr/>
        </p:nvGrpSpPr>
        <p:grpSpPr>
          <a:xfrm>
            <a:off x="5768551" y="4904302"/>
            <a:ext cx="214872" cy="214872"/>
            <a:chOff x="2324320" y="3142178"/>
            <a:chExt cx="214872" cy="214872"/>
          </a:xfrm>
        </p:grpSpPr>
        <p:sp>
          <p:nvSpPr>
            <p:cNvPr id="545" name="Oval 544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 545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7" name="TextBox 546"/>
          <p:cNvSpPr txBox="1"/>
          <p:nvPr/>
        </p:nvSpPr>
        <p:spPr>
          <a:xfrm>
            <a:off x="5543142" y="468280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smtClean="0"/>
              <a:t>B</a:t>
            </a:r>
            <a:endParaRPr lang="en-US" sz="500" dirty="0" smtClean="0"/>
          </a:p>
        </p:txBody>
      </p:sp>
      <p:sp>
        <p:nvSpPr>
          <p:cNvPr id="548" name="TextBox 547"/>
          <p:cNvSpPr txBox="1"/>
          <p:nvPr/>
        </p:nvSpPr>
        <p:spPr>
          <a:xfrm>
            <a:off x="5543497" y="4922044"/>
            <a:ext cx="21832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smtClean="0"/>
              <a:t>C</a:t>
            </a:r>
            <a:endParaRPr lang="en-US" sz="600" dirty="0"/>
          </a:p>
        </p:txBody>
      </p:sp>
      <p:sp>
        <p:nvSpPr>
          <p:cNvPr id="549" name="TextBox 548"/>
          <p:cNvSpPr txBox="1"/>
          <p:nvPr/>
        </p:nvSpPr>
        <p:spPr>
          <a:xfrm>
            <a:off x="6495974" y="5208021"/>
            <a:ext cx="1560319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Dama</a:t>
            </a:r>
            <a:r>
              <a:rPr lang="en-US" sz="1200" dirty="0" smtClean="0"/>
              <a:t> de </a:t>
            </a:r>
            <a:r>
              <a:rPr lang="en-US" sz="1200" dirty="0" err="1" smtClean="0"/>
              <a:t>Noche</a:t>
            </a:r>
            <a:endParaRPr lang="en-US" sz="1200" dirty="0"/>
          </a:p>
        </p:txBody>
      </p:sp>
      <p:sp>
        <p:nvSpPr>
          <p:cNvPr id="550" name="TextBox 549"/>
          <p:cNvSpPr txBox="1"/>
          <p:nvPr/>
        </p:nvSpPr>
        <p:spPr>
          <a:xfrm rot="16200000">
            <a:off x="5780375" y="5246492"/>
            <a:ext cx="359393" cy="200055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Gate</a:t>
            </a:r>
            <a:endParaRPr lang="en-US" sz="700" dirty="0"/>
          </a:p>
        </p:txBody>
      </p:sp>
      <p:sp>
        <p:nvSpPr>
          <p:cNvPr id="551" name="TextBox 550"/>
          <p:cNvSpPr txBox="1"/>
          <p:nvPr/>
        </p:nvSpPr>
        <p:spPr>
          <a:xfrm rot="16200000">
            <a:off x="6239937" y="5251028"/>
            <a:ext cx="359393" cy="200055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Gate</a:t>
            </a:r>
            <a:endParaRPr lang="en-US" sz="700" dirty="0"/>
          </a:p>
        </p:txBody>
      </p:sp>
      <p:grpSp>
        <p:nvGrpSpPr>
          <p:cNvPr id="553" name="Group 552"/>
          <p:cNvGrpSpPr/>
          <p:nvPr/>
        </p:nvGrpSpPr>
        <p:grpSpPr>
          <a:xfrm>
            <a:off x="5765471" y="4125320"/>
            <a:ext cx="214872" cy="214872"/>
            <a:chOff x="2589469" y="3137165"/>
            <a:chExt cx="214872" cy="214872"/>
          </a:xfrm>
        </p:grpSpPr>
        <p:sp>
          <p:nvSpPr>
            <p:cNvPr id="554" name="Rectangle 553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5" name="Straight Connector 554"/>
            <p:cNvCxnSpPr>
              <a:stCxn id="554" idx="0"/>
              <a:endCxn id="554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555"/>
            <p:cNvCxnSpPr>
              <a:stCxn id="554" idx="3"/>
              <a:endCxn id="554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7" name="Group 556"/>
          <p:cNvGrpSpPr/>
          <p:nvPr/>
        </p:nvGrpSpPr>
        <p:grpSpPr>
          <a:xfrm>
            <a:off x="6462688" y="4134625"/>
            <a:ext cx="214872" cy="214872"/>
            <a:chOff x="2589469" y="3137165"/>
            <a:chExt cx="214872" cy="214872"/>
          </a:xfrm>
        </p:grpSpPr>
        <p:sp>
          <p:nvSpPr>
            <p:cNvPr id="558" name="Rectangle 557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9" name="Straight Connector 558"/>
            <p:cNvCxnSpPr>
              <a:stCxn id="558" idx="0"/>
              <a:endCxn id="558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559"/>
            <p:cNvCxnSpPr>
              <a:stCxn id="558" idx="3"/>
              <a:endCxn id="558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Oval 560"/>
          <p:cNvSpPr/>
          <p:nvPr/>
        </p:nvSpPr>
        <p:spPr>
          <a:xfrm>
            <a:off x="6460193" y="4746643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5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562" name="TextBox 561"/>
          <p:cNvSpPr txBox="1"/>
          <p:nvPr/>
        </p:nvSpPr>
        <p:spPr>
          <a:xfrm>
            <a:off x="6673778" y="4700190"/>
            <a:ext cx="306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/>
            </a:r>
            <a:br>
              <a:rPr lang="en-US" sz="500" dirty="0" smtClean="0"/>
            </a:br>
            <a:r>
              <a:rPr lang="en-US" sz="500" dirty="0" smtClean="0"/>
              <a:t>W77</a:t>
            </a:r>
            <a:endParaRPr lang="en-US" sz="500" dirty="0" smtClean="0"/>
          </a:p>
          <a:p>
            <a:pPr algn="ctr"/>
            <a:endParaRPr lang="en-US" sz="600" dirty="0"/>
          </a:p>
        </p:txBody>
      </p:sp>
      <p:cxnSp>
        <p:nvCxnSpPr>
          <p:cNvPr id="564" name="Straight Arrow Connector 563"/>
          <p:cNvCxnSpPr/>
          <p:nvPr/>
        </p:nvCxnSpPr>
        <p:spPr>
          <a:xfrm>
            <a:off x="7527522" y="1572425"/>
            <a:ext cx="24115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Arrow Connector 566"/>
          <p:cNvCxnSpPr/>
          <p:nvPr/>
        </p:nvCxnSpPr>
        <p:spPr>
          <a:xfrm flipH="1">
            <a:off x="378493" y="3905428"/>
            <a:ext cx="399174" cy="320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 rot="16200000">
            <a:off x="6596322" y="3888445"/>
            <a:ext cx="1472070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t>BARANGAY 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t>NANGKA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44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83</Words>
  <Application>Microsoft Macintosh PowerPoint</Application>
  <PresentationFormat>A4 Paper (210x297 mm)</PresentationFormat>
  <Paragraphs>116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Mangal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 Cuyugan</dc:creator>
  <cp:lastModifiedBy>Adrian Cuyugan</cp:lastModifiedBy>
  <cp:revision>30</cp:revision>
  <dcterms:created xsi:type="dcterms:W3CDTF">2017-04-22T07:07:01Z</dcterms:created>
  <dcterms:modified xsi:type="dcterms:W3CDTF">2017-04-22T10:25:10Z</dcterms:modified>
</cp:coreProperties>
</file>