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85" userDrawn="1">
          <p15:clr>
            <a:srgbClr val="A4A3A4"/>
          </p15:clr>
        </p15:guide>
        <p15:guide id="3" pos="5955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4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47"/>
  </p:normalViewPr>
  <p:slideViewPr>
    <p:cSldViewPr snapToGrid="0" snapToObjects="1">
      <p:cViewPr varScale="1">
        <p:scale>
          <a:sx n="132" d="100"/>
          <a:sy n="132" d="100"/>
        </p:scale>
        <p:origin x="1440" y="168"/>
      </p:cViewPr>
      <p:guideLst>
        <p:guide orient="horz" pos="232"/>
        <p:guide pos="285"/>
        <p:guide pos="5955"/>
        <p:guide orient="horz" pos="4088"/>
        <p:guide pos="4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93954" y="481263"/>
            <a:ext cx="1663388" cy="3370153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Brgy</a:t>
            </a:r>
            <a:r>
              <a:rPr lang="en-US" sz="1000" b="1" dirty="0" smtClean="0"/>
              <a:t>. Concepcion Uno</a:t>
            </a:r>
          </a:p>
          <a:p>
            <a:r>
              <a:rPr lang="en-US" sz="1000" dirty="0" err="1" smtClean="0"/>
              <a:t>Purok</a:t>
            </a:r>
            <a:r>
              <a:rPr lang="en-US" sz="1000" dirty="0" smtClean="0"/>
              <a:t>: 7</a:t>
            </a:r>
            <a:br>
              <a:rPr lang="en-US" sz="1000" dirty="0" smtClean="0"/>
            </a:br>
            <a:r>
              <a:rPr lang="en-US" sz="1000" dirty="0" smtClean="0"/>
              <a:t>Street: Rosas </a:t>
            </a:r>
            <a:br>
              <a:rPr lang="en-US" sz="1000" dirty="0" smtClean="0"/>
            </a:br>
            <a:r>
              <a:rPr lang="en-US" sz="1000" dirty="0" smtClean="0"/>
              <a:t>Est number of HH: ____</a:t>
            </a:r>
          </a:p>
          <a:p>
            <a:endParaRPr lang="en-US" sz="1000" dirty="0"/>
          </a:p>
          <a:p>
            <a:r>
              <a:rPr lang="en-US" sz="1000" b="1" dirty="0" smtClean="0"/>
              <a:t>Legend:</a:t>
            </a:r>
          </a:p>
          <a:p>
            <a:endParaRPr lang="en-US" sz="1000" b="1" dirty="0" smtClean="0"/>
          </a:p>
          <a:p>
            <a:r>
              <a:rPr lang="en-US" sz="900" dirty="0" smtClean="0"/>
              <a:t>               Residential</a:t>
            </a:r>
            <a:endParaRPr lang="en-US" sz="900" dirty="0"/>
          </a:p>
          <a:p>
            <a:endParaRPr lang="en-US" sz="900" dirty="0" smtClean="0"/>
          </a:p>
          <a:p>
            <a:r>
              <a:rPr lang="en-US" sz="900" dirty="0"/>
              <a:t> </a:t>
            </a:r>
            <a:r>
              <a:rPr lang="en-US" sz="900" dirty="0" smtClean="0"/>
              <a:t>              Commercial</a:t>
            </a:r>
          </a:p>
          <a:p>
            <a:endParaRPr lang="en-US" sz="900" dirty="0"/>
          </a:p>
          <a:p>
            <a:r>
              <a:rPr lang="en-US" sz="900" dirty="0" smtClean="0"/>
              <a:t>               Res w/ store</a:t>
            </a:r>
          </a:p>
          <a:p>
            <a:endParaRPr lang="en-US" sz="900" dirty="0" smtClean="0"/>
          </a:p>
          <a:p>
            <a:r>
              <a:rPr lang="en-US" sz="900" dirty="0" smtClean="0"/>
              <a:t>               Vacant / construction</a:t>
            </a:r>
          </a:p>
          <a:p>
            <a:endParaRPr lang="en-US" sz="1000" dirty="0"/>
          </a:p>
          <a:p>
            <a:endParaRPr lang="en-US" sz="1000" b="1" dirty="0" smtClean="0"/>
          </a:p>
          <a:p>
            <a:endParaRPr lang="en-US" sz="1000" b="1" dirty="0" smtClean="0"/>
          </a:p>
          <a:p>
            <a:r>
              <a:rPr lang="en-US" sz="1000" b="1" dirty="0" smtClean="0"/>
              <a:t>Notes:</a:t>
            </a:r>
            <a:endParaRPr lang="en-US" sz="1000" b="1" dirty="0"/>
          </a:p>
          <a:p>
            <a:r>
              <a:rPr lang="en-US" sz="1000" dirty="0" smtClean="0"/>
              <a:t>A </a:t>
            </a:r>
            <a:r>
              <a:rPr lang="mr-IN" sz="1000" dirty="0" smtClean="0"/>
              <a:t>–</a:t>
            </a:r>
            <a:r>
              <a:rPr lang="en-US" sz="1000" dirty="0" smtClean="0"/>
              <a:t> St. John </a:t>
            </a:r>
            <a:r>
              <a:rPr lang="en-US" sz="1000" dirty="0" err="1" smtClean="0"/>
              <a:t>Highschool</a:t>
            </a:r>
            <a:endParaRPr lang="en-US" sz="1000" dirty="0" smtClean="0"/>
          </a:p>
          <a:p>
            <a:r>
              <a:rPr lang="en-US" sz="1000" dirty="0" smtClean="0"/>
              <a:t>P3 </a:t>
            </a:r>
            <a:r>
              <a:rPr lang="mr-IN" sz="1000" dirty="0" smtClean="0"/>
              <a:t>–</a:t>
            </a:r>
            <a:r>
              <a:rPr lang="en-US" sz="1000" dirty="0" smtClean="0"/>
              <a:t> </a:t>
            </a:r>
            <a:r>
              <a:rPr lang="en-US" sz="1000" dirty="0" err="1" smtClean="0"/>
              <a:t>Twinvillewater</a:t>
            </a:r>
            <a:r>
              <a:rPr lang="en-US" sz="1000" dirty="0" smtClean="0"/>
              <a:t> filling station</a:t>
            </a:r>
          </a:p>
          <a:p>
            <a:endParaRPr lang="en-US" sz="1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832725" y="368300"/>
            <a:ext cx="0" cy="61214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 rot="10800000">
            <a:off x="8060650" y="1523529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/>
          <p:cNvSpPr/>
          <p:nvPr/>
        </p:nvSpPr>
        <p:spPr>
          <a:xfrm>
            <a:off x="8060649" y="1819021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/>
          <p:cNvGrpSpPr/>
          <p:nvPr/>
        </p:nvGrpSpPr>
        <p:grpSpPr>
          <a:xfrm>
            <a:off x="8060649" y="2397222"/>
            <a:ext cx="214872" cy="214872"/>
            <a:chOff x="2589469" y="3137165"/>
            <a:chExt cx="214872" cy="214872"/>
          </a:xfrm>
        </p:grpSpPr>
        <p:sp>
          <p:nvSpPr>
            <p:cNvPr id="226" name="Rectangle 225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Connector 226"/>
            <p:cNvCxnSpPr>
              <a:stCxn id="226" idx="0"/>
              <a:endCxn id="226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>
              <a:stCxn id="226" idx="3"/>
              <a:endCxn id="226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Group 232"/>
          <p:cNvGrpSpPr/>
          <p:nvPr/>
        </p:nvGrpSpPr>
        <p:grpSpPr>
          <a:xfrm>
            <a:off x="8060649" y="2109848"/>
            <a:ext cx="214872" cy="214872"/>
            <a:chOff x="2324320" y="3142178"/>
            <a:chExt cx="214872" cy="214872"/>
          </a:xfrm>
        </p:grpSpPr>
        <p:sp>
          <p:nvSpPr>
            <p:cNvPr id="234" name="Oval 233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Straight Connector 5"/>
          <p:cNvCxnSpPr/>
          <p:nvPr/>
        </p:nvCxnSpPr>
        <p:spPr>
          <a:xfrm flipV="1">
            <a:off x="1039528" y="2397222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039527" y="3397716"/>
            <a:ext cx="2618072" cy="19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691415" y="2409254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V="1">
            <a:off x="3657599" y="2387596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V="1">
            <a:off x="4034587" y="2387596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flipV="1">
            <a:off x="4034586" y="3376725"/>
            <a:ext cx="2854510" cy="20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flipV="1">
            <a:off x="6889096" y="2356979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V="1">
            <a:off x="7269913" y="2377970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4398360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4674157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4" name="Oval 153"/>
          <p:cNvSpPr/>
          <p:nvPr/>
        </p:nvSpPr>
        <p:spPr>
          <a:xfrm>
            <a:off x="5225751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5" name="Oval 154"/>
          <p:cNvSpPr/>
          <p:nvPr/>
        </p:nvSpPr>
        <p:spPr>
          <a:xfrm>
            <a:off x="5501548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6" name="Oval 155"/>
          <p:cNvSpPr/>
          <p:nvPr/>
        </p:nvSpPr>
        <p:spPr>
          <a:xfrm>
            <a:off x="5777345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6053142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9" name="Oval 158"/>
          <p:cNvSpPr/>
          <p:nvPr/>
        </p:nvSpPr>
        <p:spPr>
          <a:xfrm>
            <a:off x="6328939" y="384106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61" name="Straight Connector 160"/>
          <p:cNvCxnSpPr/>
          <p:nvPr/>
        </p:nvCxnSpPr>
        <p:spPr>
          <a:xfrm flipV="1">
            <a:off x="1039527" y="3783069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flipV="1">
            <a:off x="1039526" y="3773534"/>
            <a:ext cx="2618072" cy="19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691414" y="3795101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flipV="1">
            <a:off x="3657598" y="3773443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flipV="1">
            <a:off x="4034586" y="3773443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flipV="1">
            <a:off x="4034585" y="3752543"/>
            <a:ext cx="2854510" cy="20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flipV="1">
            <a:off x="6889095" y="3752543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flipV="1">
            <a:off x="7269912" y="3763817"/>
            <a:ext cx="0" cy="1019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V="1">
            <a:off x="7266081" y="3388968"/>
            <a:ext cx="499721" cy="3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7266080" y="3763817"/>
            <a:ext cx="499722" cy="4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1596475" y="3477239"/>
            <a:ext cx="1273362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Everlasting Street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4987322" y="3455466"/>
            <a:ext cx="954685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Rosas Street</a:t>
            </a:r>
            <a:endParaRPr lang="en-US" sz="1200" dirty="0"/>
          </a:p>
        </p:txBody>
      </p:sp>
      <p:sp>
        <p:nvSpPr>
          <p:cNvPr id="199" name="TextBox 198"/>
          <p:cNvSpPr txBox="1"/>
          <p:nvPr/>
        </p:nvSpPr>
        <p:spPr>
          <a:xfrm rot="16200000">
            <a:off x="344844" y="3562407"/>
            <a:ext cx="1054135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smtClean="0"/>
              <a:t>Catleya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cxnSp>
        <p:nvCxnSpPr>
          <p:cNvPr id="205" name="Straight Connector 204"/>
          <p:cNvCxnSpPr/>
          <p:nvPr/>
        </p:nvCxnSpPr>
        <p:spPr>
          <a:xfrm flipV="1">
            <a:off x="452438" y="3429000"/>
            <a:ext cx="230999" cy="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flipV="1">
            <a:off x="452438" y="3804818"/>
            <a:ext cx="230998" cy="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 rot="16200000">
            <a:off x="6460568" y="2473594"/>
            <a:ext cx="1243097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Ilang-Ilang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211" name="TextBox 210"/>
          <p:cNvSpPr txBox="1"/>
          <p:nvPr/>
        </p:nvSpPr>
        <p:spPr>
          <a:xfrm rot="16200000">
            <a:off x="12545679" y="1712929"/>
            <a:ext cx="1243097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Ilang-Ilang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212" name="TextBox 211"/>
          <p:cNvSpPr txBox="1"/>
          <p:nvPr/>
        </p:nvSpPr>
        <p:spPr>
          <a:xfrm rot="16200000">
            <a:off x="6483228" y="4346847"/>
            <a:ext cx="1173911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200" dirty="0" smtClean="0"/>
              <a:t>Kingsway Street</a:t>
            </a:r>
            <a:endParaRPr lang="en-US" sz="1200" dirty="0"/>
          </a:p>
        </p:txBody>
      </p:sp>
      <p:grpSp>
        <p:nvGrpSpPr>
          <p:cNvPr id="213" name="Group 212"/>
          <p:cNvGrpSpPr/>
          <p:nvPr/>
        </p:nvGrpSpPr>
        <p:grpSpPr>
          <a:xfrm>
            <a:off x="6612995" y="3841066"/>
            <a:ext cx="214872" cy="214872"/>
            <a:chOff x="2589469" y="3137165"/>
            <a:chExt cx="214872" cy="214872"/>
          </a:xfrm>
        </p:grpSpPr>
        <p:sp>
          <p:nvSpPr>
            <p:cNvPr id="214" name="Rectangle 213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Connector 214"/>
            <p:cNvCxnSpPr>
              <a:stCxn id="214" idx="0"/>
              <a:endCxn id="214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>
              <a:stCxn id="214" idx="3"/>
              <a:endCxn id="214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3" name="Group 222"/>
          <p:cNvGrpSpPr/>
          <p:nvPr/>
        </p:nvGrpSpPr>
        <p:grpSpPr>
          <a:xfrm>
            <a:off x="4110674" y="3841066"/>
            <a:ext cx="214872" cy="214872"/>
            <a:chOff x="2324320" y="3142178"/>
            <a:chExt cx="214872" cy="214872"/>
          </a:xfrm>
        </p:grpSpPr>
        <p:sp>
          <p:nvSpPr>
            <p:cNvPr id="224" name="Oval 223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7" name="Group 236"/>
          <p:cNvGrpSpPr/>
          <p:nvPr/>
        </p:nvGrpSpPr>
        <p:grpSpPr>
          <a:xfrm>
            <a:off x="4949953" y="3834795"/>
            <a:ext cx="214872" cy="214872"/>
            <a:chOff x="2589469" y="3137165"/>
            <a:chExt cx="214872" cy="214872"/>
          </a:xfrm>
        </p:grpSpPr>
        <p:sp>
          <p:nvSpPr>
            <p:cNvPr id="238" name="Rectangle 237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9" name="Straight Connector 238"/>
            <p:cNvCxnSpPr>
              <a:stCxn id="238" idx="0"/>
              <a:endCxn id="238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>
              <a:stCxn id="238" idx="3"/>
              <a:endCxn id="238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1" name="TextBox 240"/>
          <p:cNvSpPr txBox="1"/>
          <p:nvPr/>
        </p:nvSpPr>
        <p:spPr>
          <a:xfrm>
            <a:off x="4045179" y="4079069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Orange</a:t>
            </a:r>
            <a:endParaRPr lang="en-US" sz="600" dirty="0"/>
          </a:p>
        </p:txBody>
      </p:sp>
      <p:sp>
        <p:nvSpPr>
          <p:cNvPr id="242" name="TextBox 241"/>
          <p:cNvSpPr txBox="1"/>
          <p:nvPr/>
        </p:nvSpPr>
        <p:spPr>
          <a:xfrm>
            <a:off x="4351958" y="4079069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P45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243" name="TextBox 242"/>
          <p:cNvSpPr txBox="1"/>
          <p:nvPr/>
        </p:nvSpPr>
        <p:spPr>
          <a:xfrm>
            <a:off x="4625139" y="4079069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P44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244" name="TextBox 243"/>
          <p:cNvSpPr txBox="1"/>
          <p:nvPr/>
        </p:nvSpPr>
        <p:spPr>
          <a:xfrm>
            <a:off x="5175986" y="4079069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P28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245" name="TextBox 244"/>
          <p:cNvSpPr txBox="1"/>
          <p:nvPr/>
        </p:nvSpPr>
        <p:spPr>
          <a:xfrm>
            <a:off x="5456849" y="4079069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P30</a:t>
            </a:r>
            <a:br>
              <a:rPr lang="en-US" sz="500" dirty="0" smtClean="0"/>
            </a:br>
            <a:r>
              <a:rPr lang="en-US" sz="500" dirty="0" smtClean="0"/>
              <a:t>W47</a:t>
            </a:r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246" name="TextBox 245"/>
          <p:cNvSpPr txBox="1"/>
          <p:nvPr/>
        </p:nvSpPr>
        <p:spPr>
          <a:xfrm>
            <a:off x="5729655" y="4079069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P32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247" name="TextBox 246"/>
          <p:cNvSpPr txBox="1"/>
          <p:nvPr/>
        </p:nvSpPr>
        <p:spPr>
          <a:xfrm>
            <a:off x="6005694" y="4079069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P34</a:t>
            </a:r>
            <a:br>
              <a:rPr lang="en-US" sz="500" dirty="0" smtClean="0"/>
            </a:br>
            <a:r>
              <a:rPr lang="en-US" sz="500" dirty="0" smtClean="0"/>
              <a:t>W61</a:t>
            </a:r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248" name="TextBox 247"/>
          <p:cNvSpPr txBox="1"/>
          <p:nvPr/>
        </p:nvSpPr>
        <p:spPr>
          <a:xfrm>
            <a:off x="6275267" y="4079069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P36</a:t>
            </a:r>
            <a:br>
              <a:rPr lang="en-US" sz="500" dirty="0" smtClean="0"/>
            </a:br>
            <a:r>
              <a:rPr lang="en-US" sz="500" dirty="0" smtClean="0"/>
              <a:t>W63</a:t>
            </a:r>
          </a:p>
          <a:p>
            <a:pPr algn="ctr"/>
            <a:r>
              <a:rPr lang="en-US" sz="400" dirty="0" smtClean="0"/>
              <a:t>Gray</a:t>
            </a:r>
            <a:endParaRPr lang="en-US" sz="600" dirty="0"/>
          </a:p>
        </p:txBody>
      </p:sp>
      <p:sp>
        <p:nvSpPr>
          <p:cNvPr id="249" name="TextBox 248"/>
          <p:cNvSpPr txBox="1"/>
          <p:nvPr/>
        </p:nvSpPr>
        <p:spPr>
          <a:xfrm rot="16200000">
            <a:off x="3289826" y="3477238"/>
            <a:ext cx="1091646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 smtClean="0"/>
              <a:t>Fairlane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250" name="TextBox 249"/>
          <p:cNvSpPr txBox="1"/>
          <p:nvPr/>
        </p:nvSpPr>
        <p:spPr>
          <a:xfrm rot="16200000">
            <a:off x="6815285" y="2359107"/>
            <a:ext cx="1472070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BARANGAY NANGKA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1" name="TextBox 250"/>
          <p:cNvSpPr txBox="1"/>
          <p:nvPr/>
        </p:nvSpPr>
        <p:spPr>
          <a:xfrm rot="16200000">
            <a:off x="6799867" y="4495925"/>
            <a:ext cx="1472070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BARANGAY NANGKA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3333376" y="3839275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5"/>
          <p:cNvSpPr txBox="1"/>
          <p:nvPr/>
        </p:nvSpPr>
        <p:spPr>
          <a:xfrm>
            <a:off x="3288607" y="4100636"/>
            <a:ext cx="29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A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13744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39</Words>
  <Application>Microsoft Macintosh PowerPoint</Application>
  <PresentationFormat>A4 Paper (210x297 mm)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Mangal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Cuyugan</dc:creator>
  <cp:lastModifiedBy>Adrian Cuyugan</cp:lastModifiedBy>
  <cp:revision>13</cp:revision>
  <dcterms:created xsi:type="dcterms:W3CDTF">2017-04-22T07:07:01Z</dcterms:created>
  <dcterms:modified xsi:type="dcterms:W3CDTF">2017-04-22T09:05:11Z</dcterms:modified>
</cp:coreProperties>
</file>