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85" userDrawn="1">
          <p15:clr>
            <a:srgbClr val="A4A3A4"/>
          </p15:clr>
        </p15:guide>
        <p15:guide id="3" pos="5955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pos="4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7"/>
  </p:normalViewPr>
  <p:slideViewPr>
    <p:cSldViewPr snapToGrid="0" snapToObjects="1">
      <p:cViewPr varScale="1">
        <p:scale>
          <a:sx n="132" d="100"/>
          <a:sy n="132" d="100"/>
        </p:scale>
        <p:origin x="1440" y="168"/>
      </p:cViewPr>
      <p:guideLst>
        <p:guide orient="horz" pos="232"/>
        <p:guide pos="285"/>
        <p:guide pos="5955"/>
        <p:guide orient="horz" pos="4110"/>
        <p:guide pos="4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93954" y="481263"/>
            <a:ext cx="1663388" cy="32162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Brgy</a:t>
            </a:r>
            <a:r>
              <a:rPr lang="en-US" sz="1000" b="1" dirty="0" smtClean="0"/>
              <a:t>. Concepcion Uno</a:t>
            </a:r>
          </a:p>
          <a:p>
            <a:r>
              <a:rPr lang="en-US" sz="1000" dirty="0" err="1" smtClean="0"/>
              <a:t>Purok</a:t>
            </a:r>
            <a:r>
              <a:rPr lang="en-US" sz="1000" dirty="0" smtClean="0"/>
              <a:t>: 7</a:t>
            </a:r>
            <a:br>
              <a:rPr lang="en-US" sz="1000" dirty="0" smtClean="0"/>
            </a:br>
            <a:r>
              <a:rPr lang="en-US" sz="1000" dirty="0" smtClean="0"/>
              <a:t>Street</a:t>
            </a:r>
            <a:r>
              <a:rPr lang="en-US" sz="1000" smtClean="0"/>
              <a:t>: </a:t>
            </a:r>
            <a:r>
              <a:rPr lang="en-US" sz="1000" smtClean="0"/>
              <a:t>Kingsway</a:t>
            </a: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Est number of HH: ____</a:t>
            </a:r>
          </a:p>
          <a:p>
            <a:endParaRPr lang="en-US" sz="1000" dirty="0"/>
          </a:p>
          <a:p>
            <a:r>
              <a:rPr lang="en-US" sz="1000" b="1" dirty="0" smtClean="0"/>
              <a:t>Legend:</a:t>
            </a:r>
          </a:p>
          <a:p>
            <a:endParaRPr lang="en-US" sz="1000" b="1" dirty="0" smtClean="0"/>
          </a:p>
          <a:p>
            <a:r>
              <a:rPr lang="en-US" sz="900" dirty="0" smtClean="0"/>
              <a:t>               Residential</a:t>
            </a:r>
            <a:endParaRPr lang="en-US" sz="900" dirty="0"/>
          </a:p>
          <a:p>
            <a:endParaRPr lang="en-US" sz="900" dirty="0" smtClean="0"/>
          </a:p>
          <a:p>
            <a:r>
              <a:rPr lang="en-US" sz="900" dirty="0"/>
              <a:t> </a:t>
            </a:r>
            <a:r>
              <a:rPr lang="en-US" sz="900" dirty="0" smtClean="0"/>
              <a:t>              Commercial</a:t>
            </a:r>
          </a:p>
          <a:p>
            <a:endParaRPr lang="en-US" sz="900" dirty="0"/>
          </a:p>
          <a:p>
            <a:r>
              <a:rPr lang="en-US" sz="900" dirty="0" smtClean="0"/>
              <a:t>               Res w/ store</a:t>
            </a:r>
          </a:p>
          <a:p>
            <a:endParaRPr lang="en-US" sz="900" dirty="0" smtClean="0"/>
          </a:p>
          <a:p>
            <a:r>
              <a:rPr lang="en-US" sz="900" dirty="0" smtClean="0"/>
              <a:t>               Vacant / construction</a:t>
            </a:r>
          </a:p>
          <a:p>
            <a:endParaRPr lang="en-US" sz="1000" dirty="0"/>
          </a:p>
          <a:p>
            <a:endParaRPr lang="en-US" sz="1000" b="1" dirty="0" smtClean="0"/>
          </a:p>
          <a:p>
            <a:endParaRPr lang="en-US" sz="1000" b="1" dirty="0" smtClean="0"/>
          </a:p>
          <a:p>
            <a:r>
              <a:rPr lang="en-US" sz="1000" b="1" dirty="0" smtClean="0"/>
              <a:t>Notes:</a:t>
            </a:r>
            <a:endParaRPr lang="en-US" sz="1000" b="1" dirty="0"/>
          </a:p>
          <a:p>
            <a:r>
              <a:rPr lang="en-US" sz="1000" dirty="0" smtClean="0"/>
              <a:t>P13 </a:t>
            </a:r>
            <a:r>
              <a:rPr lang="mr-IN" sz="1000" dirty="0" smtClean="0"/>
              <a:t>–</a:t>
            </a:r>
            <a:r>
              <a:rPr lang="en-US" sz="1000" dirty="0" smtClean="0"/>
              <a:t> Parking</a:t>
            </a:r>
          </a:p>
          <a:p>
            <a:r>
              <a:rPr lang="en-US" sz="1000" dirty="0" smtClean="0"/>
              <a:t>P11 </a:t>
            </a:r>
            <a:r>
              <a:rPr lang="mr-IN" sz="1000" dirty="0" smtClean="0"/>
              <a:t>–</a:t>
            </a:r>
            <a:r>
              <a:rPr lang="en-US" sz="1000" dirty="0" smtClean="0"/>
              <a:t> Parking </a:t>
            </a:r>
            <a:endParaRPr lang="en-US" sz="1000" dirty="0" smtClean="0"/>
          </a:p>
          <a:p>
            <a:endParaRPr lang="en-US" sz="1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832725" y="368300"/>
            <a:ext cx="0" cy="61214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 rot="10800000">
            <a:off x="8060650" y="15390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/>
          <p:cNvSpPr/>
          <p:nvPr/>
        </p:nvSpPr>
        <p:spPr>
          <a:xfrm>
            <a:off x="8060649" y="1834587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5" name="Group 224"/>
          <p:cNvGrpSpPr/>
          <p:nvPr/>
        </p:nvGrpSpPr>
        <p:grpSpPr>
          <a:xfrm>
            <a:off x="8060649" y="2412788"/>
            <a:ext cx="214872" cy="214872"/>
            <a:chOff x="2589469" y="3137165"/>
            <a:chExt cx="214872" cy="214872"/>
          </a:xfrm>
        </p:grpSpPr>
        <p:sp>
          <p:nvSpPr>
            <p:cNvPr id="226" name="Rectangle 225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Connector 226"/>
            <p:cNvCxnSpPr>
              <a:stCxn id="226" idx="0"/>
              <a:endCxn id="226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>
              <a:stCxn id="226" idx="3"/>
              <a:endCxn id="226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Group 232"/>
          <p:cNvGrpSpPr/>
          <p:nvPr/>
        </p:nvGrpSpPr>
        <p:grpSpPr>
          <a:xfrm>
            <a:off x="8060649" y="2125414"/>
            <a:ext cx="214872" cy="214872"/>
            <a:chOff x="2324320" y="3142178"/>
            <a:chExt cx="214872" cy="214872"/>
          </a:xfrm>
        </p:grpSpPr>
        <p:sp>
          <p:nvSpPr>
            <p:cNvPr id="234" name="Oval 233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Straight Connector 5"/>
          <p:cNvCxnSpPr/>
          <p:nvPr/>
        </p:nvCxnSpPr>
        <p:spPr>
          <a:xfrm flipH="1" flipV="1">
            <a:off x="1037816" y="1561597"/>
            <a:ext cx="1713" cy="12838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115952" y="2833362"/>
            <a:ext cx="4777412" cy="120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H="1" flipV="1">
            <a:off x="680290" y="1561597"/>
            <a:ext cx="11125" cy="1295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 flipV="1">
            <a:off x="6893364" y="1837683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flipV="1">
            <a:off x="7269913" y="1834399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1037816" y="3211498"/>
            <a:ext cx="1711" cy="1231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>
            <a:off x="2117568" y="3211498"/>
            <a:ext cx="4767448" cy="217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H="1" flipV="1">
            <a:off x="691414" y="3223530"/>
            <a:ext cx="1" cy="12196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flipV="1">
            <a:off x="6885016" y="3233247"/>
            <a:ext cx="8348" cy="1160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flipV="1">
            <a:off x="7257209" y="3233588"/>
            <a:ext cx="3927" cy="2189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V="1">
            <a:off x="7266081" y="2845397"/>
            <a:ext cx="499721" cy="3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V="1">
            <a:off x="7257304" y="3233588"/>
            <a:ext cx="499722" cy="4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2115952" y="2894805"/>
            <a:ext cx="479631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Kingsway Street</a:t>
            </a:r>
            <a:endParaRPr lang="en-US" sz="1200" dirty="0"/>
          </a:p>
        </p:txBody>
      </p:sp>
      <p:sp>
        <p:nvSpPr>
          <p:cNvPr id="199" name="TextBox 198"/>
          <p:cNvSpPr txBox="1"/>
          <p:nvPr/>
        </p:nvSpPr>
        <p:spPr>
          <a:xfrm rot="16200000">
            <a:off x="393562" y="3640259"/>
            <a:ext cx="954685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Rosas Street</a:t>
            </a:r>
            <a:endParaRPr lang="en-US" sz="1200" dirty="0"/>
          </a:p>
        </p:txBody>
      </p:sp>
      <p:cxnSp>
        <p:nvCxnSpPr>
          <p:cNvPr id="205" name="Straight Connector 204"/>
          <p:cNvCxnSpPr/>
          <p:nvPr/>
        </p:nvCxnSpPr>
        <p:spPr>
          <a:xfrm flipV="1">
            <a:off x="452438" y="2857429"/>
            <a:ext cx="230999" cy="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 flipV="1">
            <a:off x="452438" y="3233247"/>
            <a:ext cx="230998" cy="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 rot="16200000">
            <a:off x="12545679" y="1712929"/>
            <a:ext cx="1243097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Ilang-Ilang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212" name="TextBox 211"/>
          <p:cNvSpPr txBox="1"/>
          <p:nvPr/>
        </p:nvSpPr>
        <p:spPr>
          <a:xfrm rot="16200000">
            <a:off x="6570795" y="2064997"/>
            <a:ext cx="1001044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200" dirty="0" smtClean="0"/>
              <a:t>Bel-air Street</a:t>
            </a:r>
            <a:endParaRPr lang="en-US" sz="1200" dirty="0"/>
          </a:p>
        </p:txBody>
      </p:sp>
      <p:sp>
        <p:nvSpPr>
          <p:cNvPr id="250" name="TextBox 249"/>
          <p:cNvSpPr txBox="1"/>
          <p:nvPr/>
        </p:nvSpPr>
        <p:spPr>
          <a:xfrm>
            <a:off x="3733291" y="2429874"/>
            <a:ext cx="1472070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BARANGAY NANGKA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1" name="TextBox 250"/>
          <p:cNvSpPr txBox="1"/>
          <p:nvPr/>
        </p:nvSpPr>
        <p:spPr>
          <a:xfrm rot="16200000">
            <a:off x="658460" y="1827415"/>
            <a:ext cx="1472070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BARANGAY NANGKA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7" name="Straight Connector 256"/>
          <p:cNvCxnSpPr/>
          <p:nvPr/>
        </p:nvCxnSpPr>
        <p:spPr>
          <a:xfrm flipH="1" flipV="1">
            <a:off x="2115952" y="1561597"/>
            <a:ext cx="1" cy="1283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flipH="1" flipV="1">
            <a:off x="1767839" y="1561597"/>
            <a:ext cx="1" cy="1295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 flipV="1">
            <a:off x="2115952" y="3211499"/>
            <a:ext cx="0" cy="12069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0" name="Straight Connector 259"/>
          <p:cNvCxnSpPr/>
          <p:nvPr/>
        </p:nvCxnSpPr>
        <p:spPr>
          <a:xfrm flipH="1" flipV="1">
            <a:off x="1767839" y="3223532"/>
            <a:ext cx="3209" cy="12196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Straight Connector 260"/>
          <p:cNvCxnSpPr/>
          <p:nvPr/>
        </p:nvCxnSpPr>
        <p:spPr>
          <a:xfrm flipV="1">
            <a:off x="1037817" y="2845397"/>
            <a:ext cx="741538" cy="2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/>
          <p:nvPr/>
        </p:nvCxnSpPr>
        <p:spPr>
          <a:xfrm flipV="1">
            <a:off x="1037817" y="3223530"/>
            <a:ext cx="74153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 rot="16200000">
            <a:off x="1479216" y="2081137"/>
            <a:ext cx="956352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Savoy Street</a:t>
            </a:r>
            <a:endParaRPr lang="en-US" sz="1200" dirty="0"/>
          </a:p>
        </p:txBody>
      </p:sp>
      <p:sp>
        <p:nvSpPr>
          <p:cNvPr id="264" name="TextBox 263"/>
          <p:cNvSpPr txBox="1"/>
          <p:nvPr/>
        </p:nvSpPr>
        <p:spPr>
          <a:xfrm rot="16200000">
            <a:off x="1457694" y="4388694"/>
            <a:ext cx="956352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Savoy Street</a:t>
            </a:r>
            <a:endParaRPr lang="en-US" sz="1200" dirty="0"/>
          </a:p>
        </p:txBody>
      </p:sp>
      <p:sp>
        <p:nvSpPr>
          <p:cNvPr id="265" name="TextBox 264"/>
          <p:cNvSpPr txBox="1"/>
          <p:nvPr/>
        </p:nvSpPr>
        <p:spPr>
          <a:xfrm>
            <a:off x="520378" y="2894804"/>
            <a:ext cx="1369586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Ilang</a:t>
            </a:r>
            <a:r>
              <a:rPr lang="en-US" sz="1200" dirty="0" smtClean="0"/>
              <a:t>- </a:t>
            </a:r>
            <a:r>
              <a:rPr lang="en-US" sz="1200" dirty="0" err="1" smtClean="0"/>
              <a:t>Ilang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266" name="TextBox 265"/>
          <p:cNvSpPr txBox="1"/>
          <p:nvPr/>
        </p:nvSpPr>
        <p:spPr>
          <a:xfrm rot="16200000">
            <a:off x="402105" y="2124251"/>
            <a:ext cx="954685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Rosas Street</a:t>
            </a:r>
            <a:endParaRPr lang="en-US" sz="1200" dirty="0"/>
          </a:p>
        </p:txBody>
      </p:sp>
      <p:sp>
        <p:nvSpPr>
          <p:cNvPr id="267" name="TextBox 266"/>
          <p:cNvSpPr txBox="1"/>
          <p:nvPr/>
        </p:nvSpPr>
        <p:spPr>
          <a:xfrm rot="16200000">
            <a:off x="6598265" y="4279928"/>
            <a:ext cx="1001044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200" dirty="0" smtClean="0"/>
              <a:t>Bel-air Street</a:t>
            </a:r>
            <a:endParaRPr lang="en-US" sz="1200" dirty="0"/>
          </a:p>
        </p:txBody>
      </p:sp>
      <p:sp>
        <p:nvSpPr>
          <p:cNvPr id="269" name="TextBox 268"/>
          <p:cNvSpPr txBox="1"/>
          <p:nvPr/>
        </p:nvSpPr>
        <p:spPr>
          <a:xfrm>
            <a:off x="1722078" y="3200866"/>
            <a:ext cx="449162" cy="307777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Closed </a:t>
            </a:r>
          </a:p>
          <a:p>
            <a:pPr algn="ctr"/>
            <a:r>
              <a:rPr lang="en-US" sz="700" dirty="0" smtClean="0"/>
              <a:t>Gate</a:t>
            </a:r>
            <a:endParaRPr lang="en-US" sz="700" dirty="0"/>
          </a:p>
        </p:txBody>
      </p:sp>
      <p:cxnSp>
        <p:nvCxnSpPr>
          <p:cNvPr id="270" name="Straight Connector 269"/>
          <p:cNvCxnSpPr/>
          <p:nvPr/>
        </p:nvCxnSpPr>
        <p:spPr>
          <a:xfrm flipV="1">
            <a:off x="2124004" y="4403166"/>
            <a:ext cx="4779134" cy="324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Straight Connector 270"/>
          <p:cNvCxnSpPr/>
          <p:nvPr/>
        </p:nvCxnSpPr>
        <p:spPr>
          <a:xfrm flipV="1">
            <a:off x="2115952" y="4766495"/>
            <a:ext cx="4773143" cy="45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/>
          <p:nvPr/>
        </p:nvCxnSpPr>
        <p:spPr>
          <a:xfrm flipV="1">
            <a:off x="1037817" y="4433690"/>
            <a:ext cx="741538" cy="2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/>
          <p:cNvCxnSpPr/>
          <p:nvPr/>
        </p:nvCxnSpPr>
        <p:spPr>
          <a:xfrm flipV="1">
            <a:off x="1037817" y="4811823"/>
            <a:ext cx="74153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Straight Connector 273"/>
          <p:cNvCxnSpPr/>
          <p:nvPr/>
        </p:nvCxnSpPr>
        <p:spPr>
          <a:xfrm flipV="1">
            <a:off x="6903138" y="4766495"/>
            <a:ext cx="1" cy="6150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 flipV="1">
            <a:off x="2124004" y="4798890"/>
            <a:ext cx="0" cy="6742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/>
          <p:cNvCxnSpPr/>
          <p:nvPr/>
        </p:nvCxnSpPr>
        <p:spPr>
          <a:xfrm flipV="1">
            <a:off x="1768672" y="4810923"/>
            <a:ext cx="7220" cy="6814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2115414" y="4471918"/>
            <a:ext cx="479631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Monterey Street</a:t>
            </a:r>
            <a:endParaRPr lang="en-US" sz="1200" dirty="0"/>
          </a:p>
        </p:txBody>
      </p:sp>
      <p:sp>
        <p:nvSpPr>
          <p:cNvPr id="282" name="Oval 281"/>
          <p:cNvSpPr/>
          <p:nvPr/>
        </p:nvSpPr>
        <p:spPr>
          <a:xfrm rot="10800000">
            <a:off x="2498183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/>
          <p:cNvSpPr/>
          <p:nvPr/>
        </p:nvSpPr>
        <p:spPr>
          <a:xfrm rot="10800000">
            <a:off x="2790895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/>
          <p:cNvSpPr/>
          <p:nvPr/>
        </p:nvSpPr>
        <p:spPr>
          <a:xfrm rot="10800000">
            <a:off x="3083607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Oval 284"/>
          <p:cNvSpPr/>
          <p:nvPr/>
        </p:nvSpPr>
        <p:spPr>
          <a:xfrm rot="10800000">
            <a:off x="3376319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/>
          <p:cNvSpPr/>
          <p:nvPr/>
        </p:nvSpPr>
        <p:spPr>
          <a:xfrm rot="10800000">
            <a:off x="3961743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/>
          <p:cNvSpPr/>
          <p:nvPr/>
        </p:nvSpPr>
        <p:spPr>
          <a:xfrm rot="10800000">
            <a:off x="4254455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/>
          <p:cNvSpPr/>
          <p:nvPr/>
        </p:nvSpPr>
        <p:spPr>
          <a:xfrm rot="10800000">
            <a:off x="4547167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/>
          <p:cNvSpPr/>
          <p:nvPr/>
        </p:nvSpPr>
        <p:spPr>
          <a:xfrm rot="10800000">
            <a:off x="4839879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/>
          <p:cNvSpPr/>
          <p:nvPr/>
        </p:nvSpPr>
        <p:spPr>
          <a:xfrm rot="10800000">
            <a:off x="6010727" y="331629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/>
          <p:cNvSpPr/>
          <p:nvPr/>
        </p:nvSpPr>
        <p:spPr>
          <a:xfrm rot="10800000">
            <a:off x="6303439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 rot="10800000">
            <a:off x="6596158" y="33162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TextBox 296"/>
          <p:cNvSpPr txBox="1"/>
          <p:nvPr/>
        </p:nvSpPr>
        <p:spPr>
          <a:xfrm>
            <a:off x="6859580" y="3197235"/>
            <a:ext cx="449162" cy="307777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Closed </a:t>
            </a:r>
          </a:p>
          <a:p>
            <a:pPr algn="ctr"/>
            <a:r>
              <a:rPr lang="en-US" sz="700" dirty="0" smtClean="0"/>
              <a:t>Gate</a:t>
            </a:r>
            <a:endParaRPr lang="en-US" sz="700" dirty="0"/>
          </a:p>
        </p:txBody>
      </p:sp>
      <p:sp>
        <p:nvSpPr>
          <p:cNvPr id="299" name="TextBox 298"/>
          <p:cNvSpPr txBox="1"/>
          <p:nvPr/>
        </p:nvSpPr>
        <p:spPr>
          <a:xfrm>
            <a:off x="2448037" y="3554025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P31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W32</a:t>
            </a: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300" name="TextBox 299"/>
          <p:cNvSpPr txBox="1"/>
          <p:nvPr/>
        </p:nvSpPr>
        <p:spPr>
          <a:xfrm>
            <a:off x="2741060" y="3554025"/>
            <a:ext cx="306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P29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W49</a:t>
            </a:r>
            <a:endParaRPr lang="en-US" sz="500" dirty="0" smtClean="0"/>
          </a:p>
          <a:p>
            <a:pPr algn="ctr"/>
            <a:r>
              <a:rPr lang="en-US" sz="400" dirty="0" smtClean="0"/>
              <a:t>Blue</a:t>
            </a:r>
            <a:endParaRPr lang="en-US" sz="600" dirty="0"/>
          </a:p>
        </p:txBody>
      </p:sp>
      <p:sp>
        <p:nvSpPr>
          <p:cNvPr id="301" name="TextBox 300"/>
          <p:cNvSpPr txBox="1"/>
          <p:nvPr/>
        </p:nvSpPr>
        <p:spPr>
          <a:xfrm>
            <a:off x="3029273" y="3554025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P27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W47</a:t>
            </a: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302" name="TextBox 301"/>
          <p:cNvSpPr txBox="1"/>
          <p:nvPr/>
        </p:nvSpPr>
        <p:spPr>
          <a:xfrm>
            <a:off x="3334318" y="35540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P25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Red</a:t>
            </a:r>
            <a:endParaRPr lang="en-US" sz="600" dirty="0"/>
          </a:p>
        </p:txBody>
      </p:sp>
      <p:sp>
        <p:nvSpPr>
          <p:cNvPr id="303" name="TextBox 302"/>
          <p:cNvSpPr txBox="1"/>
          <p:nvPr/>
        </p:nvSpPr>
        <p:spPr>
          <a:xfrm>
            <a:off x="3609708" y="3554025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P23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304" name="TextBox 303"/>
          <p:cNvSpPr txBox="1"/>
          <p:nvPr/>
        </p:nvSpPr>
        <p:spPr>
          <a:xfrm>
            <a:off x="3915554" y="35540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P21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Red</a:t>
            </a:r>
            <a:endParaRPr lang="en-US" sz="600" dirty="0"/>
          </a:p>
        </p:txBody>
      </p:sp>
      <p:sp>
        <p:nvSpPr>
          <p:cNvPr id="305" name="TextBox 304"/>
          <p:cNvSpPr txBox="1"/>
          <p:nvPr/>
        </p:nvSpPr>
        <p:spPr>
          <a:xfrm>
            <a:off x="4190944" y="3554025"/>
            <a:ext cx="312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P19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W20</a:t>
            </a: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306" name="TextBox 305"/>
          <p:cNvSpPr txBox="1"/>
          <p:nvPr/>
        </p:nvSpPr>
        <p:spPr>
          <a:xfrm>
            <a:off x="4496790" y="35540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P17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Red</a:t>
            </a:r>
            <a:endParaRPr lang="en-US" sz="600" dirty="0"/>
          </a:p>
        </p:txBody>
      </p:sp>
      <p:sp>
        <p:nvSpPr>
          <p:cNvPr id="307" name="TextBox 306"/>
          <p:cNvSpPr txBox="1"/>
          <p:nvPr/>
        </p:nvSpPr>
        <p:spPr>
          <a:xfrm>
            <a:off x="4775386" y="3554025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P15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/>
              <a:t>W</a:t>
            </a:r>
            <a:r>
              <a:rPr lang="en-US" sz="500" dirty="0" smtClean="0"/>
              <a:t>18</a:t>
            </a:r>
            <a:endParaRPr lang="en-US" sz="500" dirty="0" smtClean="0"/>
          </a:p>
          <a:p>
            <a:pPr algn="ctr"/>
            <a:r>
              <a:rPr lang="en-US" sz="400" dirty="0" smtClean="0"/>
              <a:t>Gray</a:t>
            </a:r>
            <a:endParaRPr lang="en-US" sz="600" dirty="0"/>
          </a:p>
        </p:txBody>
      </p:sp>
      <p:sp>
        <p:nvSpPr>
          <p:cNvPr id="308" name="TextBox 307"/>
          <p:cNvSpPr txBox="1"/>
          <p:nvPr/>
        </p:nvSpPr>
        <p:spPr>
          <a:xfrm>
            <a:off x="5078026" y="3554025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P13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endParaRPr lang="en-US" sz="600" dirty="0"/>
          </a:p>
        </p:txBody>
      </p:sp>
      <p:sp>
        <p:nvSpPr>
          <p:cNvPr id="309" name="TextBox 308"/>
          <p:cNvSpPr txBox="1"/>
          <p:nvPr/>
        </p:nvSpPr>
        <p:spPr>
          <a:xfrm>
            <a:off x="5356622" y="3554025"/>
            <a:ext cx="306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P11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W16</a:t>
            </a:r>
            <a:endParaRPr lang="en-US" sz="500" dirty="0" smtClean="0"/>
          </a:p>
          <a:p>
            <a:pPr algn="ctr"/>
            <a:endParaRPr lang="en-US" sz="600" dirty="0"/>
          </a:p>
        </p:txBody>
      </p:sp>
      <p:sp>
        <p:nvSpPr>
          <p:cNvPr id="310" name="TextBox 309"/>
          <p:cNvSpPr txBox="1"/>
          <p:nvPr/>
        </p:nvSpPr>
        <p:spPr>
          <a:xfrm>
            <a:off x="5640027" y="3554025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P9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Brown</a:t>
            </a:r>
            <a:endParaRPr lang="en-US" sz="600" dirty="0"/>
          </a:p>
        </p:txBody>
      </p:sp>
      <p:sp>
        <p:nvSpPr>
          <p:cNvPr id="311" name="TextBox 310"/>
          <p:cNvSpPr txBox="1"/>
          <p:nvPr/>
        </p:nvSpPr>
        <p:spPr>
          <a:xfrm>
            <a:off x="5950682" y="3554025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P7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Gray</a:t>
            </a:r>
            <a:endParaRPr lang="en-US" sz="600" dirty="0"/>
          </a:p>
        </p:txBody>
      </p:sp>
      <p:sp>
        <p:nvSpPr>
          <p:cNvPr id="312" name="TextBox 311"/>
          <p:cNvSpPr txBox="1"/>
          <p:nvPr/>
        </p:nvSpPr>
        <p:spPr>
          <a:xfrm>
            <a:off x="6210041" y="3554025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W10</a:t>
            </a:r>
            <a:endParaRPr lang="en-US" sz="500" dirty="0" smtClean="0"/>
          </a:p>
          <a:p>
            <a:pPr algn="ctr"/>
            <a:r>
              <a:rPr lang="en-US" sz="400" dirty="0" smtClean="0"/>
              <a:t>Orange</a:t>
            </a:r>
            <a:endParaRPr lang="en-US" sz="600" dirty="0"/>
          </a:p>
        </p:txBody>
      </p:sp>
      <p:sp>
        <p:nvSpPr>
          <p:cNvPr id="313" name="TextBox 312"/>
          <p:cNvSpPr txBox="1"/>
          <p:nvPr/>
        </p:nvSpPr>
        <p:spPr>
          <a:xfrm>
            <a:off x="6535124" y="355402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W8</a:t>
            </a:r>
            <a:endParaRPr lang="en-US" sz="500" dirty="0" smtClean="0"/>
          </a:p>
          <a:p>
            <a:pPr algn="ctr"/>
            <a:r>
              <a:rPr lang="en-US" sz="400" dirty="0" smtClean="0"/>
              <a:t>Blue</a:t>
            </a:r>
            <a:endParaRPr lang="en-US" sz="600" dirty="0"/>
          </a:p>
        </p:txBody>
      </p:sp>
      <p:grpSp>
        <p:nvGrpSpPr>
          <p:cNvPr id="314" name="Group 313"/>
          <p:cNvGrpSpPr/>
          <p:nvPr/>
        </p:nvGrpSpPr>
        <p:grpSpPr>
          <a:xfrm>
            <a:off x="2199260" y="3315773"/>
            <a:ext cx="214872" cy="214872"/>
            <a:chOff x="2589469" y="3137165"/>
            <a:chExt cx="214872" cy="214872"/>
          </a:xfrm>
        </p:grpSpPr>
        <p:sp>
          <p:nvSpPr>
            <p:cNvPr id="315" name="Rectangle 314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6" name="Straight Connector 315"/>
            <p:cNvCxnSpPr>
              <a:stCxn id="315" idx="0"/>
              <a:endCxn id="315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>
              <a:stCxn id="315" idx="3"/>
              <a:endCxn id="315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Oval 318"/>
          <p:cNvSpPr/>
          <p:nvPr/>
        </p:nvSpPr>
        <p:spPr>
          <a:xfrm>
            <a:off x="3682028" y="3333405"/>
            <a:ext cx="186366" cy="18069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mtClean="0">
                <a:solidFill>
                  <a:schemeClr val="tx1"/>
                </a:solidFill>
              </a:rPr>
              <a:t>2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20" name="Rectangle 319"/>
          <p:cNvSpPr/>
          <p:nvPr/>
        </p:nvSpPr>
        <p:spPr>
          <a:xfrm>
            <a:off x="3669023" y="3310085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1" name="Group 320"/>
          <p:cNvGrpSpPr/>
          <p:nvPr/>
        </p:nvGrpSpPr>
        <p:grpSpPr>
          <a:xfrm>
            <a:off x="5405948" y="3310085"/>
            <a:ext cx="214872" cy="214872"/>
            <a:chOff x="2589469" y="3137165"/>
            <a:chExt cx="214872" cy="214872"/>
          </a:xfrm>
        </p:grpSpPr>
        <p:sp>
          <p:nvSpPr>
            <p:cNvPr id="322" name="Rectangle 321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3" name="Straight Connector 322"/>
            <p:cNvCxnSpPr>
              <a:stCxn id="322" idx="0"/>
              <a:endCxn id="322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>
              <a:stCxn id="322" idx="3"/>
              <a:endCxn id="322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5" name="Group 324"/>
          <p:cNvGrpSpPr/>
          <p:nvPr/>
        </p:nvGrpSpPr>
        <p:grpSpPr>
          <a:xfrm>
            <a:off x="5113090" y="3309746"/>
            <a:ext cx="214872" cy="214872"/>
            <a:chOff x="2589469" y="3137165"/>
            <a:chExt cx="214872" cy="214872"/>
          </a:xfrm>
        </p:grpSpPr>
        <p:sp>
          <p:nvSpPr>
            <p:cNvPr id="326" name="Rectangle 325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7" name="Straight Connector 326"/>
            <p:cNvCxnSpPr>
              <a:stCxn id="326" idx="0"/>
              <a:endCxn id="326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>
              <a:stCxn id="326" idx="3"/>
              <a:endCxn id="326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9" name="Oval 328"/>
          <p:cNvSpPr/>
          <p:nvPr/>
        </p:nvSpPr>
        <p:spPr>
          <a:xfrm rot="10800000">
            <a:off x="5694476" y="3305954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41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52</Words>
  <Application>Microsoft Macintosh PowerPoint</Application>
  <PresentationFormat>A4 Paper (210x297 mm)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Mangal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 Cuyugan</dc:creator>
  <cp:lastModifiedBy>Adrian Cuyugan</cp:lastModifiedBy>
  <cp:revision>19</cp:revision>
  <dcterms:created xsi:type="dcterms:W3CDTF">2017-04-22T07:07:01Z</dcterms:created>
  <dcterms:modified xsi:type="dcterms:W3CDTF">2017-04-22T09:16:58Z</dcterms:modified>
</cp:coreProperties>
</file>