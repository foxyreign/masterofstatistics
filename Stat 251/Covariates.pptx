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47"/>
  </p:normalViewPr>
  <p:slideViewPr>
    <p:cSldViewPr snapToGrid="0" snapToObjects="1">
      <p:cViewPr varScale="1">
        <p:scale>
          <a:sx n="109" d="100"/>
          <a:sy n="109" d="100"/>
        </p:scale>
        <p:origin x="19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96ED03-DB40-1D44-8119-8E0A8E6583BA}" type="doc">
      <dgm:prSet loTypeId="urn:microsoft.com/office/officeart/2005/8/layout/hList1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909F75-1F54-544C-AE27-B96F22BCFCA0}">
      <dgm:prSet phldrT="[Text]"/>
      <dgm:spPr/>
      <dgm:t>
        <a:bodyPr/>
        <a:lstStyle/>
        <a:p>
          <a:r>
            <a:rPr lang="en-US" dirty="0" smtClean="0"/>
            <a:t>Demographics and Organizational Dimensions</a:t>
          </a:r>
          <a:endParaRPr lang="en-US" dirty="0"/>
        </a:p>
      </dgm:t>
    </dgm:pt>
    <dgm:pt modelId="{2C66DD84-E385-EA4D-8CB1-321694B2E619}" type="parTrans" cxnId="{2A5F4550-E814-3A4C-BE9C-DDEC08666CC8}">
      <dgm:prSet/>
      <dgm:spPr/>
      <dgm:t>
        <a:bodyPr/>
        <a:lstStyle/>
        <a:p>
          <a:endParaRPr lang="en-US"/>
        </a:p>
      </dgm:t>
    </dgm:pt>
    <dgm:pt modelId="{15F0E4EE-E3FA-114D-8EA2-A27803B2D0C3}" type="sibTrans" cxnId="{2A5F4550-E814-3A4C-BE9C-DDEC08666CC8}">
      <dgm:prSet/>
      <dgm:spPr/>
      <dgm:t>
        <a:bodyPr/>
        <a:lstStyle/>
        <a:p>
          <a:endParaRPr lang="en-US"/>
        </a:p>
      </dgm:t>
    </dgm:pt>
    <dgm:pt modelId="{AD00D194-1195-C442-9FDD-3ABC00116C53}">
      <dgm:prSet phldrT="[Text]"/>
      <dgm:spPr/>
      <dgm:t>
        <a:bodyPr/>
        <a:lstStyle/>
        <a:p>
          <a:r>
            <a:rPr lang="en-US" dirty="0" smtClean="0"/>
            <a:t>Gender</a:t>
          </a:r>
          <a:endParaRPr lang="en-US" dirty="0"/>
        </a:p>
      </dgm:t>
    </dgm:pt>
    <dgm:pt modelId="{B3EA7DAC-7D00-FF4D-AE6B-6E297547F42C}" type="parTrans" cxnId="{6A9E2799-650D-0949-831C-9284C2857472}">
      <dgm:prSet/>
      <dgm:spPr/>
      <dgm:t>
        <a:bodyPr/>
        <a:lstStyle/>
        <a:p>
          <a:endParaRPr lang="en-US"/>
        </a:p>
      </dgm:t>
    </dgm:pt>
    <dgm:pt modelId="{0E1C08F5-310F-7B4F-BCDA-1CA6F3C1166F}" type="sibTrans" cxnId="{6A9E2799-650D-0949-831C-9284C2857472}">
      <dgm:prSet/>
      <dgm:spPr/>
      <dgm:t>
        <a:bodyPr/>
        <a:lstStyle/>
        <a:p>
          <a:endParaRPr lang="en-US"/>
        </a:p>
      </dgm:t>
    </dgm:pt>
    <dgm:pt modelId="{E0924F17-43C3-7C40-8405-052DED3FEF73}">
      <dgm:prSet phldrT="[Text]"/>
      <dgm:spPr/>
      <dgm:t>
        <a:bodyPr/>
        <a:lstStyle/>
        <a:p>
          <a:r>
            <a:rPr lang="en-US" dirty="0" smtClean="0"/>
            <a:t>Age</a:t>
          </a:r>
          <a:endParaRPr lang="en-US" dirty="0"/>
        </a:p>
      </dgm:t>
    </dgm:pt>
    <dgm:pt modelId="{4FD9F970-3CD1-404F-BEE5-C47E04BA0274}" type="parTrans" cxnId="{FC38DD6D-EF5D-D24A-851F-21261316E45A}">
      <dgm:prSet/>
      <dgm:spPr/>
      <dgm:t>
        <a:bodyPr/>
        <a:lstStyle/>
        <a:p>
          <a:endParaRPr lang="en-US"/>
        </a:p>
      </dgm:t>
    </dgm:pt>
    <dgm:pt modelId="{E1802A1F-A945-BE4B-8A7A-6A237E937CB2}" type="sibTrans" cxnId="{FC38DD6D-EF5D-D24A-851F-21261316E45A}">
      <dgm:prSet/>
      <dgm:spPr/>
      <dgm:t>
        <a:bodyPr/>
        <a:lstStyle/>
        <a:p>
          <a:endParaRPr lang="en-US"/>
        </a:p>
      </dgm:t>
    </dgm:pt>
    <dgm:pt modelId="{5956B310-B1CA-5B42-9F29-12780BAD08BA}">
      <dgm:prSet phldrT="[Text]"/>
      <dgm:spPr/>
      <dgm:t>
        <a:bodyPr/>
        <a:lstStyle/>
        <a:p>
          <a:r>
            <a:rPr lang="en-US" dirty="0" smtClean="0"/>
            <a:t>Performance Appraisal Dimensions</a:t>
          </a:r>
          <a:endParaRPr lang="en-US" dirty="0"/>
        </a:p>
      </dgm:t>
    </dgm:pt>
    <dgm:pt modelId="{D842B306-2B92-734A-A56A-EA66E2D4962B}" type="parTrans" cxnId="{C60CA94E-DA84-8D4C-8C71-6B26E353151E}">
      <dgm:prSet/>
      <dgm:spPr/>
      <dgm:t>
        <a:bodyPr/>
        <a:lstStyle/>
        <a:p>
          <a:endParaRPr lang="en-US"/>
        </a:p>
      </dgm:t>
    </dgm:pt>
    <dgm:pt modelId="{BAAA8F6E-AA40-F444-9271-8AEE045EA31A}" type="sibTrans" cxnId="{C60CA94E-DA84-8D4C-8C71-6B26E353151E}">
      <dgm:prSet/>
      <dgm:spPr/>
      <dgm:t>
        <a:bodyPr/>
        <a:lstStyle/>
        <a:p>
          <a:endParaRPr lang="en-US"/>
        </a:p>
      </dgm:t>
    </dgm:pt>
    <dgm:pt modelId="{BFF9FA4D-1487-9340-94D1-6DA7FC9C5FA3}">
      <dgm:prSet phldrT="[Text]"/>
      <dgm:spPr/>
      <dgm:t>
        <a:bodyPr/>
        <a:lstStyle/>
        <a:p>
          <a:r>
            <a:rPr lang="en-US" dirty="0" smtClean="0"/>
            <a:t>Tenure</a:t>
          </a:r>
          <a:endParaRPr lang="en-US" dirty="0"/>
        </a:p>
      </dgm:t>
    </dgm:pt>
    <dgm:pt modelId="{E7240ADC-CDE9-AA44-9E2C-D3F0B13CC8B4}" type="parTrans" cxnId="{CFED2796-08C4-C344-9797-C1548D3EECD2}">
      <dgm:prSet/>
      <dgm:spPr/>
      <dgm:t>
        <a:bodyPr/>
        <a:lstStyle/>
        <a:p>
          <a:endParaRPr lang="en-US"/>
        </a:p>
      </dgm:t>
    </dgm:pt>
    <dgm:pt modelId="{E94CA6A2-011E-6143-AD0B-72AE628C8A57}" type="sibTrans" cxnId="{CFED2796-08C4-C344-9797-C1548D3EECD2}">
      <dgm:prSet/>
      <dgm:spPr/>
      <dgm:t>
        <a:bodyPr/>
        <a:lstStyle/>
        <a:p>
          <a:endParaRPr lang="en-US"/>
        </a:p>
      </dgm:t>
    </dgm:pt>
    <dgm:pt modelId="{6C4E3C2F-FDE6-5F43-9002-B5665DCD8B65}">
      <dgm:prSet phldrT="[Text]"/>
      <dgm:spPr/>
      <dgm:t>
        <a:bodyPr/>
        <a:lstStyle/>
        <a:p>
          <a:r>
            <a:rPr lang="en-US" dirty="0" smtClean="0"/>
            <a:t>Standardized salary</a:t>
          </a:r>
          <a:endParaRPr lang="en-US" dirty="0"/>
        </a:p>
      </dgm:t>
    </dgm:pt>
    <dgm:pt modelId="{C842F9C7-A602-674E-9B7B-54C65EEDF34B}" type="parTrans" cxnId="{4E9E918F-19F1-F345-A5DF-566A30D9B4D7}">
      <dgm:prSet/>
      <dgm:spPr/>
      <dgm:t>
        <a:bodyPr/>
        <a:lstStyle/>
        <a:p>
          <a:endParaRPr lang="en-US"/>
        </a:p>
      </dgm:t>
    </dgm:pt>
    <dgm:pt modelId="{CA558972-E16E-0C4C-9E60-D055C0052287}" type="sibTrans" cxnId="{4E9E918F-19F1-F345-A5DF-566A30D9B4D7}">
      <dgm:prSet/>
      <dgm:spPr/>
      <dgm:t>
        <a:bodyPr/>
        <a:lstStyle/>
        <a:p>
          <a:endParaRPr lang="en-US"/>
        </a:p>
      </dgm:t>
    </dgm:pt>
    <dgm:pt modelId="{6EE487C8-4919-6B43-931A-14A299EB4942}">
      <dgm:prSet phldrT="[Text]"/>
      <dgm:spPr/>
      <dgm:t>
        <a:bodyPr/>
        <a:lstStyle/>
        <a:p>
          <a:r>
            <a:rPr lang="en-US" dirty="0" smtClean="0"/>
            <a:t>Questionnaire</a:t>
          </a:r>
        </a:p>
      </dgm:t>
    </dgm:pt>
    <dgm:pt modelId="{3B4D12E1-0F50-1D47-B89A-A092EE4FE9B8}" type="parTrans" cxnId="{9816835F-E7CC-7848-8548-B8BB4122D63E}">
      <dgm:prSet/>
      <dgm:spPr/>
      <dgm:t>
        <a:bodyPr/>
        <a:lstStyle/>
        <a:p>
          <a:endParaRPr lang="en-US"/>
        </a:p>
      </dgm:t>
    </dgm:pt>
    <dgm:pt modelId="{86C5D797-82AE-7947-905A-E4EBF1266465}" type="sibTrans" cxnId="{9816835F-E7CC-7848-8548-B8BB4122D63E}">
      <dgm:prSet/>
      <dgm:spPr/>
      <dgm:t>
        <a:bodyPr/>
        <a:lstStyle/>
        <a:p>
          <a:endParaRPr lang="en-US"/>
        </a:p>
      </dgm:t>
    </dgm:pt>
    <dgm:pt modelId="{9ABE376D-A2D3-3048-96D5-486D8DA2EF94}">
      <dgm:prSet phldrT="[Text]"/>
      <dgm:spPr/>
      <dgm:t>
        <a:bodyPr/>
        <a:lstStyle/>
        <a:p>
          <a:r>
            <a:rPr lang="en-US" dirty="0" smtClean="0"/>
            <a:t>Role modeling</a:t>
          </a:r>
          <a:endParaRPr lang="en-US" dirty="0"/>
        </a:p>
      </dgm:t>
    </dgm:pt>
    <dgm:pt modelId="{CB900030-C8B1-5B49-ADC4-877D51D746FC}" type="parTrans" cxnId="{39ADD36A-75A7-AB46-958D-763772B0F6F6}">
      <dgm:prSet/>
      <dgm:spPr/>
      <dgm:t>
        <a:bodyPr/>
        <a:lstStyle/>
        <a:p>
          <a:endParaRPr lang="en-US"/>
        </a:p>
      </dgm:t>
    </dgm:pt>
    <dgm:pt modelId="{EAB98718-172B-934C-AC98-80417431CD24}" type="sibTrans" cxnId="{39ADD36A-75A7-AB46-958D-763772B0F6F6}">
      <dgm:prSet/>
      <dgm:spPr/>
      <dgm:t>
        <a:bodyPr/>
        <a:lstStyle/>
        <a:p>
          <a:endParaRPr lang="en-US"/>
        </a:p>
      </dgm:t>
    </dgm:pt>
    <dgm:pt modelId="{4A0B010A-E31A-F04A-8C03-0454702E292D}">
      <dgm:prSet phldrT="[Text]"/>
      <dgm:spPr/>
      <dgm:t>
        <a:bodyPr/>
        <a:lstStyle/>
        <a:p>
          <a:r>
            <a:rPr lang="en-US" dirty="0" smtClean="0"/>
            <a:t>Fostering understanding and commitment</a:t>
          </a:r>
          <a:endParaRPr lang="en-US" dirty="0"/>
        </a:p>
      </dgm:t>
    </dgm:pt>
    <dgm:pt modelId="{6487526C-8EE7-E04D-831D-A418C549E57F}" type="parTrans" cxnId="{9BC3D53A-F55B-0F4C-B50E-8CF1333EC485}">
      <dgm:prSet/>
      <dgm:spPr/>
      <dgm:t>
        <a:bodyPr/>
        <a:lstStyle/>
        <a:p>
          <a:endParaRPr lang="en-US"/>
        </a:p>
      </dgm:t>
    </dgm:pt>
    <dgm:pt modelId="{CB397412-4129-0C4C-AD02-9A9CD8572204}" type="sibTrans" cxnId="{9BC3D53A-F55B-0F4C-B50E-8CF1333EC485}">
      <dgm:prSet/>
      <dgm:spPr/>
      <dgm:t>
        <a:bodyPr/>
        <a:lstStyle/>
        <a:p>
          <a:endParaRPr lang="en-US"/>
        </a:p>
      </dgm:t>
    </dgm:pt>
    <dgm:pt modelId="{21573044-747F-A840-8C72-CF6987AA8639}">
      <dgm:prSet phldrT="[Text]"/>
      <dgm:spPr/>
      <dgm:t>
        <a:bodyPr/>
        <a:lstStyle/>
        <a:p>
          <a:r>
            <a:rPr lang="en-US" dirty="0" smtClean="0"/>
            <a:t>Organization Group (Color)</a:t>
          </a:r>
          <a:endParaRPr lang="en-US" dirty="0"/>
        </a:p>
      </dgm:t>
    </dgm:pt>
    <dgm:pt modelId="{5B8C9972-571B-4A4F-91CF-AD2D933DEB04}" type="parTrans" cxnId="{841A5711-E40E-A940-AC6A-DE68238E839B}">
      <dgm:prSet/>
      <dgm:spPr/>
      <dgm:t>
        <a:bodyPr/>
        <a:lstStyle/>
        <a:p>
          <a:endParaRPr lang="en-US"/>
        </a:p>
      </dgm:t>
    </dgm:pt>
    <dgm:pt modelId="{0A658240-0EC4-5749-8CAA-9DD413EE3635}" type="sibTrans" cxnId="{841A5711-E40E-A940-AC6A-DE68238E839B}">
      <dgm:prSet/>
      <dgm:spPr/>
      <dgm:t>
        <a:bodyPr/>
        <a:lstStyle/>
        <a:p>
          <a:endParaRPr lang="en-US"/>
        </a:p>
      </dgm:t>
    </dgm:pt>
    <dgm:pt modelId="{50F65EA7-5471-9649-A500-950EF713FB71}">
      <dgm:prSet phldrT="[Text]"/>
      <dgm:spPr/>
      <dgm:t>
        <a:bodyPr/>
        <a:lstStyle/>
        <a:p>
          <a:r>
            <a:rPr lang="en-US" dirty="0" smtClean="0"/>
            <a:t>Salary appraisal</a:t>
          </a:r>
          <a:endParaRPr lang="en-US" dirty="0"/>
        </a:p>
      </dgm:t>
    </dgm:pt>
    <dgm:pt modelId="{AE769CDE-1162-8D49-909A-362606762157}" type="parTrans" cxnId="{1104843C-AA8E-824C-8B5E-84CBE5DD6C08}">
      <dgm:prSet/>
      <dgm:spPr/>
      <dgm:t>
        <a:bodyPr/>
        <a:lstStyle/>
        <a:p>
          <a:endParaRPr lang="en-US"/>
        </a:p>
      </dgm:t>
    </dgm:pt>
    <dgm:pt modelId="{1C7E5ED0-80CF-8E4C-84E8-958BFD917F1F}" type="sibTrans" cxnId="{1104843C-AA8E-824C-8B5E-84CBE5DD6C08}">
      <dgm:prSet/>
      <dgm:spPr/>
      <dgm:t>
        <a:bodyPr/>
        <a:lstStyle/>
        <a:p>
          <a:endParaRPr lang="en-US"/>
        </a:p>
      </dgm:t>
    </dgm:pt>
    <dgm:pt modelId="{E25C9E7A-41C9-C64D-9914-582B0510AF7B}">
      <dgm:prSet phldrT="[Text]"/>
      <dgm:spPr/>
      <dgm:t>
        <a:bodyPr/>
        <a:lstStyle/>
        <a:p>
          <a:r>
            <a:rPr lang="en-US" dirty="0" smtClean="0"/>
            <a:t>Performance metrics</a:t>
          </a:r>
          <a:endParaRPr lang="en-US" dirty="0"/>
        </a:p>
      </dgm:t>
    </dgm:pt>
    <dgm:pt modelId="{ACB3C433-A957-4D4F-BA53-CDAA1A1DEEDD}" type="parTrans" cxnId="{38BF3A4F-12F9-A241-BD43-B200E396B8EF}">
      <dgm:prSet/>
      <dgm:spPr/>
      <dgm:t>
        <a:bodyPr/>
        <a:lstStyle/>
        <a:p>
          <a:endParaRPr lang="en-US"/>
        </a:p>
      </dgm:t>
    </dgm:pt>
    <dgm:pt modelId="{443D25B3-ADAD-1645-BF67-A55F037A504A}" type="sibTrans" cxnId="{38BF3A4F-12F9-A241-BD43-B200E396B8EF}">
      <dgm:prSet/>
      <dgm:spPr/>
      <dgm:t>
        <a:bodyPr/>
        <a:lstStyle/>
        <a:p>
          <a:endParaRPr lang="en-US"/>
        </a:p>
      </dgm:t>
    </dgm:pt>
    <dgm:pt modelId="{D95769B4-3F09-DE47-8B8D-CC14A6C056E5}">
      <dgm:prSet phldrT="[Text]"/>
      <dgm:spPr/>
      <dgm:t>
        <a:bodyPr/>
        <a:lstStyle/>
        <a:p>
          <a:r>
            <a:rPr lang="en-US" dirty="0" smtClean="0"/>
            <a:t>Developing talent and skills</a:t>
          </a:r>
          <a:endParaRPr lang="en-US" dirty="0"/>
        </a:p>
      </dgm:t>
    </dgm:pt>
    <dgm:pt modelId="{C6BB5CEF-495F-6E4C-8EF1-472CFC19525D}" type="parTrans" cxnId="{F1164A8E-1A7F-8847-A9BF-0BA933687194}">
      <dgm:prSet/>
      <dgm:spPr/>
      <dgm:t>
        <a:bodyPr/>
        <a:lstStyle/>
        <a:p>
          <a:endParaRPr lang="en-US"/>
        </a:p>
      </dgm:t>
    </dgm:pt>
    <dgm:pt modelId="{3300FBED-1271-4549-91C3-99669ADF2058}" type="sibTrans" cxnId="{F1164A8E-1A7F-8847-A9BF-0BA933687194}">
      <dgm:prSet/>
      <dgm:spPr/>
      <dgm:t>
        <a:bodyPr/>
        <a:lstStyle/>
        <a:p>
          <a:endParaRPr lang="en-US"/>
        </a:p>
      </dgm:t>
    </dgm:pt>
    <dgm:pt modelId="{8298D154-A58F-1447-8D94-E4217EC34466}">
      <dgm:prSet phldrT="[Text]"/>
      <dgm:spPr/>
      <dgm:t>
        <a:bodyPr/>
        <a:lstStyle/>
        <a:p>
          <a:r>
            <a:rPr lang="en-US" dirty="0" smtClean="0"/>
            <a:t>Reinforcing with formal mechanisms</a:t>
          </a:r>
          <a:endParaRPr lang="en-US" dirty="0"/>
        </a:p>
      </dgm:t>
    </dgm:pt>
    <dgm:pt modelId="{1D10CF68-39BB-7140-B52A-20E49E7983D6}" type="parTrans" cxnId="{B7184EE8-2D5B-0543-983D-52AAA807FFCB}">
      <dgm:prSet/>
      <dgm:spPr/>
      <dgm:t>
        <a:bodyPr/>
        <a:lstStyle/>
        <a:p>
          <a:endParaRPr lang="en-US"/>
        </a:p>
      </dgm:t>
    </dgm:pt>
    <dgm:pt modelId="{9A91DA61-446F-5545-BC7F-3B767006F544}" type="sibTrans" cxnId="{B7184EE8-2D5B-0543-983D-52AAA807FFCB}">
      <dgm:prSet/>
      <dgm:spPr/>
      <dgm:t>
        <a:bodyPr/>
        <a:lstStyle/>
        <a:p>
          <a:endParaRPr lang="en-US"/>
        </a:p>
      </dgm:t>
    </dgm:pt>
    <dgm:pt modelId="{36EC7E5E-1719-124F-91DF-0CABCA750DFE}">
      <dgm:prSet phldrT="[Text]"/>
      <dgm:spPr/>
      <dgm:t>
        <a:bodyPr/>
        <a:lstStyle/>
        <a:p>
          <a:r>
            <a:rPr lang="en-US" dirty="0" smtClean="0"/>
            <a:t>Region, Country</a:t>
          </a:r>
          <a:endParaRPr lang="en-US" dirty="0"/>
        </a:p>
      </dgm:t>
    </dgm:pt>
    <dgm:pt modelId="{F45FF6AE-1A3C-FD48-B6DE-5C14AE045465}" type="parTrans" cxnId="{29EE2FA3-A799-614C-9EA7-9193B50706E5}">
      <dgm:prSet/>
      <dgm:spPr/>
      <dgm:t>
        <a:bodyPr/>
        <a:lstStyle/>
        <a:p>
          <a:endParaRPr lang="en-US"/>
        </a:p>
      </dgm:t>
    </dgm:pt>
    <dgm:pt modelId="{69B996BA-4BAE-3F47-A339-81A01730B0EA}" type="sibTrans" cxnId="{29EE2FA3-A799-614C-9EA7-9193B50706E5}">
      <dgm:prSet/>
      <dgm:spPr/>
      <dgm:t>
        <a:bodyPr/>
        <a:lstStyle/>
        <a:p>
          <a:endParaRPr lang="en-US"/>
        </a:p>
      </dgm:t>
    </dgm:pt>
    <dgm:pt modelId="{3250A114-A9DF-104F-AF77-AEFD26DA34ED}">
      <dgm:prSet phldrT="[Text]"/>
      <dgm:spPr/>
      <dgm:t>
        <a:bodyPr/>
        <a:lstStyle/>
        <a:p>
          <a:r>
            <a:rPr lang="en-US" dirty="0" smtClean="0"/>
            <a:t>Wave (Pilot, 1</a:t>
          </a:r>
          <a:r>
            <a:rPr lang="en-US" baseline="30000" dirty="0" smtClean="0"/>
            <a:t>st</a:t>
          </a:r>
          <a:r>
            <a:rPr lang="en-US" dirty="0" smtClean="0"/>
            <a:t> wave, 2</a:t>
          </a:r>
          <a:r>
            <a:rPr lang="en-US" baseline="30000" dirty="0" smtClean="0"/>
            <a:t>nd</a:t>
          </a:r>
          <a:r>
            <a:rPr lang="en-US" dirty="0" smtClean="0"/>
            <a:t> wave)</a:t>
          </a:r>
          <a:endParaRPr lang="en-US" dirty="0"/>
        </a:p>
      </dgm:t>
    </dgm:pt>
    <dgm:pt modelId="{377913EE-B194-DF4B-A599-10EEB4BA6B1C}" type="parTrans" cxnId="{10279B76-88BD-D64F-A233-E347D36EBC60}">
      <dgm:prSet/>
      <dgm:spPr/>
      <dgm:t>
        <a:bodyPr/>
        <a:lstStyle/>
        <a:p>
          <a:endParaRPr lang="en-US"/>
        </a:p>
      </dgm:t>
    </dgm:pt>
    <dgm:pt modelId="{B9B87D67-6D0D-8049-B1FE-FA58B106456A}" type="sibTrans" cxnId="{10279B76-88BD-D64F-A233-E347D36EBC60}">
      <dgm:prSet/>
      <dgm:spPr/>
      <dgm:t>
        <a:bodyPr/>
        <a:lstStyle/>
        <a:p>
          <a:endParaRPr lang="en-US"/>
        </a:p>
      </dgm:t>
    </dgm:pt>
    <dgm:pt modelId="{2ECDC82D-C6DE-2D45-8BB8-17AEE986106C}">
      <dgm:prSet phldrT="[Text]"/>
      <dgm:spPr/>
      <dgm:t>
        <a:bodyPr/>
        <a:lstStyle/>
        <a:p>
          <a:r>
            <a:rPr lang="en-US" dirty="0" smtClean="0"/>
            <a:t>Employment type (regular, contractual, part-time)</a:t>
          </a:r>
          <a:endParaRPr lang="en-US" dirty="0"/>
        </a:p>
      </dgm:t>
    </dgm:pt>
    <dgm:pt modelId="{3BF5D440-AFA9-F34C-9058-56A9EB54319A}" type="parTrans" cxnId="{A8C49A6C-7F38-F947-853B-6492D1043243}">
      <dgm:prSet/>
      <dgm:spPr/>
      <dgm:t>
        <a:bodyPr/>
        <a:lstStyle/>
        <a:p>
          <a:endParaRPr lang="en-US"/>
        </a:p>
      </dgm:t>
    </dgm:pt>
    <dgm:pt modelId="{F15A5AB3-EA4D-004F-8C18-24E561F08535}" type="sibTrans" cxnId="{A8C49A6C-7F38-F947-853B-6492D1043243}">
      <dgm:prSet/>
      <dgm:spPr/>
      <dgm:t>
        <a:bodyPr/>
        <a:lstStyle/>
        <a:p>
          <a:endParaRPr lang="en-US"/>
        </a:p>
      </dgm:t>
    </dgm:pt>
    <dgm:pt modelId="{B4A60080-4623-934D-A4BD-2DDC9DB593F0}" type="pres">
      <dgm:prSet presAssocID="{A596ED03-DB40-1D44-8119-8E0A8E6583B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89D335-05A6-5E46-BAF9-81BC4BEE89C0}" type="pres">
      <dgm:prSet presAssocID="{2B909F75-1F54-544C-AE27-B96F22BCFCA0}" presName="composite" presStyleCnt="0"/>
      <dgm:spPr/>
    </dgm:pt>
    <dgm:pt modelId="{58C87223-1570-814E-92BC-7608396D5E35}" type="pres">
      <dgm:prSet presAssocID="{2B909F75-1F54-544C-AE27-B96F22BCFC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48C035-6F29-3D46-B497-F48C1030CDC4}" type="pres">
      <dgm:prSet presAssocID="{2B909F75-1F54-544C-AE27-B96F22BCFCA0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D036B2-A759-1044-8139-DD266568CD4A}" type="pres">
      <dgm:prSet presAssocID="{15F0E4EE-E3FA-114D-8EA2-A27803B2D0C3}" presName="space" presStyleCnt="0"/>
      <dgm:spPr/>
    </dgm:pt>
    <dgm:pt modelId="{9D66DA7D-BBB0-024D-9F89-0CD0B7AACEFA}" type="pres">
      <dgm:prSet presAssocID="{5956B310-B1CA-5B42-9F29-12780BAD08BA}" presName="composite" presStyleCnt="0"/>
      <dgm:spPr/>
    </dgm:pt>
    <dgm:pt modelId="{2C4312AB-CBD0-5547-B900-65FF0DFF94CA}" type="pres">
      <dgm:prSet presAssocID="{5956B310-B1CA-5B42-9F29-12780BAD08B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1AE587-0109-FD47-8553-DEFEF828130B}" type="pres">
      <dgm:prSet presAssocID="{5956B310-B1CA-5B42-9F29-12780BAD08BA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2C1EBA-7E7A-064F-929A-908DCDAC475F}" type="pres">
      <dgm:prSet presAssocID="{BAAA8F6E-AA40-F444-9271-8AEE045EA31A}" presName="space" presStyleCnt="0"/>
      <dgm:spPr/>
    </dgm:pt>
    <dgm:pt modelId="{6A0606C0-50C8-9844-8099-7F55A6FD2B31}" type="pres">
      <dgm:prSet presAssocID="{6EE487C8-4919-6B43-931A-14A299EB4942}" presName="composite" presStyleCnt="0"/>
      <dgm:spPr/>
    </dgm:pt>
    <dgm:pt modelId="{A4A237EF-E34F-E04B-8397-98514D086DAA}" type="pres">
      <dgm:prSet presAssocID="{6EE487C8-4919-6B43-931A-14A299EB49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2A6414-1B60-374A-B8A3-B2815EEB874B}" type="pres">
      <dgm:prSet presAssocID="{6EE487C8-4919-6B43-931A-14A299EB4942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184EE8-2D5B-0543-983D-52AAA807FFCB}" srcId="{6EE487C8-4919-6B43-931A-14A299EB4942}" destId="{8298D154-A58F-1447-8D94-E4217EC34466}" srcOrd="3" destOrd="0" parTransId="{1D10CF68-39BB-7140-B52A-20E49E7983D6}" sibTransId="{9A91DA61-446F-5545-BC7F-3B767006F544}"/>
    <dgm:cxn modelId="{29F84322-B550-4D46-99E6-03F769DC60AD}" type="presOf" srcId="{D95769B4-3F09-DE47-8B8D-CC14A6C056E5}" destId="{2A2A6414-1B60-374A-B8A3-B2815EEB874B}" srcOrd="0" destOrd="2" presId="urn:microsoft.com/office/officeart/2005/8/layout/hList1"/>
    <dgm:cxn modelId="{6A9E2799-650D-0949-831C-9284C2857472}" srcId="{2B909F75-1F54-544C-AE27-B96F22BCFCA0}" destId="{AD00D194-1195-C442-9FDD-3ABC00116C53}" srcOrd="0" destOrd="0" parTransId="{B3EA7DAC-7D00-FF4D-AE6B-6E297547F42C}" sibTransId="{0E1C08F5-310F-7B4F-BCDA-1CA6F3C1166F}"/>
    <dgm:cxn modelId="{432F8D42-4721-FC42-AF64-4A2BF74DCD78}" type="presOf" srcId="{4A0B010A-E31A-F04A-8C03-0454702E292D}" destId="{2A2A6414-1B60-374A-B8A3-B2815EEB874B}" srcOrd="0" destOrd="1" presId="urn:microsoft.com/office/officeart/2005/8/layout/hList1"/>
    <dgm:cxn modelId="{38BF3A4F-12F9-A241-BD43-B200E396B8EF}" srcId="{5956B310-B1CA-5B42-9F29-12780BAD08BA}" destId="{E25C9E7A-41C9-C64D-9914-582B0510AF7B}" srcOrd="3" destOrd="0" parTransId="{ACB3C433-A957-4D4F-BA53-CDAA1A1DEEDD}" sibTransId="{443D25B3-ADAD-1645-BF67-A55F037A504A}"/>
    <dgm:cxn modelId="{C756F642-153D-E34E-ABBF-A4D4DF63D849}" type="presOf" srcId="{50F65EA7-5471-9649-A500-950EF713FB71}" destId="{621AE587-0109-FD47-8553-DEFEF828130B}" srcOrd="0" destOrd="1" presId="urn:microsoft.com/office/officeart/2005/8/layout/hList1"/>
    <dgm:cxn modelId="{39ADD36A-75A7-AB46-958D-763772B0F6F6}" srcId="{6EE487C8-4919-6B43-931A-14A299EB4942}" destId="{9ABE376D-A2D3-3048-96D5-486D8DA2EF94}" srcOrd="0" destOrd="0" parTransId="{CB900030-C8B1-5B49-ADC4-877D51D746FC}" sibTransId="{EAB98718-172B-934C-AC98-80417431CD24}"/>
    <dgm:cxn modelId="{705D83AB-2654-E044-AC02-EC9195B37883}" type="presOf" srcId="{A596ED03-DB40-1D44-8119-8E0A8E6583BA}" destId="{B4A60080-4623-934D-A4BD-2DDC9DB593F0}" srcOrd="0" destOrd="0" presId="urn:microsoft.com/office/officeart/2005/8/layout/hList1"/>
    <dgm:cxn modelId="{C72E1000-79B1-C645-8051-97CAB695D31A}" type="presOf" srcId="{6C4E3C2F-FDE6-5F43-9002-B5665DCD8B65}" destId="{621AE587-0109-FD47-8553-DEFEF828130B}" srcOrd="0" destOrd="2" presId="urn:microsoft.com/office/officeart/2005/8/layout/hList1"/>
    <dgm:cxn modelId="{1D830C34-3D7F-1D44-826D-40652AA32473}" type="presOf" srcId="{2ECDC82D-C6DE-2D45-8BB8-17AEE986106C}" destId="{C348C035-6F29-3D46-B497-F48C1030CDC4}" srcOrd="0" destOrd="5" presId="urn:microsoft.com/office/officeart/2005/8/layout/hList1"/>
    <dgm:cxn modelId="{4E9E918F-19F1-F345-A5DF-566A30D9B4D7}" srcId="{5956B310-B1CA-5B42-9F29-12780BAD08BA}" destId="{6C4E3C2F-FDE6-5F43-9002-B5665DCD8B65}" srcOrd="2" destOrd="0" parTransId="{C842F9C7-A602-674E-9B7B-54C65EEDF34B}" sibTransId="{CA558972-E16E-0C4C-9E60-D055C0052287}"/>
    <dgm:cxn modelId="{F9BCB5A0-2EC9-AA4E-BB68-87963E9C7538}" type="presOf" srcId="{5956B310-B1CA-5B42-9F29-12780BAD08BA}" destId="{2C4312AB-CBD0-5547-B900-65FF0DFF94CA}" srcOrd="0" destOrd="0" presId="urn:microsoft.com/office/officeart/2005/8/layout/hList1"/>
    <dgm:cxn modelId="{2A5F4550-E814-3A4C-BE9C-DDEC08666CC8}" srcId="{A596ED03-DB40-1D44-8119-8E0A8E6583BA}" destId="{2B909F75-1F54-544C-AE27-B96F22BCFCA0}" srcOrd="0" destOrd="0" parTransId="{2C66DD84-E385-EA4D-8CB1-321694B2E619}" sibTransId="{15F0E4EE-E3FA-114D-8EA2-A27803B2D0C3}"/>
    <dgm:cxn modelId="{10279B76-88BD-D64F-A233-E347D36EBC60}" srcId="{2B909F75-1F54-544C-AE27-B96F22BCFCA0}" destId="{3250A114-A9DF-104F-AF77-AEFD26DA34ED}" srcOrd="3" destOrd="0" parTransId="{377913EE-B194-DF4B-A599-10EEB4BA6B1C}" sibTransId="{B9B87D67-6D0D-8049-B1FE-FA58B106456A}"/>
    <dgm:cxn modelId="{E035C345-37A1-174C-827A-AB910A4D2C6F}" type="presOf" srcId="{2B909F75-1F54-544C-AE27-B96F22BCFCA0}" destId="{58C87223-1570-814E-92BC-7608396D5E35}" srcOrd="0" destOrd="0" presId="urn:microsoft.com/office/officeart/2005/8/layout/hList1"/>
    <dgm:cxn modelId="{29EE2FA3-A799-614C-9EA7-9193B50706E5}" srcId="{2B909F75-1F54-544C-AE27-B96F22BCFCA0}" destId="{36EC7E5E-1719-124F-91DF-0CABCA750DFE}" srcOrd="2" destOrd="0" parTransId="{F45FF6AE-1A3C-FD48-B6DE-5C14AE045465}" sibTransId="{69B996BA-4BAE-3F47-A339-81A01730B0EA}"/>
    <dgm:cxn modelId="{A8C49A6C-7F38-F947-853B-6492D1043243}" srcId="{2B909F75-1F54-544C-AE27-B96F22BCFCA0}" destId="{2ECDC82D-C6DE-2D45-8BB8-17AEE986106C}" srcOrd="5" destOrd="0" parTransId="{3BF5D440-AFA9-F34C-9058-56A9EB54319A}" sibTransId="{F15A5AB3-EA4D-004F-8C18-24E561F08535}"/>
    <dgm:cxn modelId="{96FAF9F8-564D-E74A-8097-CD836039E923}" type="presOf" srcId="{BFF9FA4D-1487-9340-94D1-6DA7FC9C5FA3}" destId="{621AE587-0109-FD47-8553-DEFEF828130B}" srcOrd="0" destOrd="0" presId="urn:microsoft.com/office/officeart/2005/8/layout/hList1"/>
    <dgm:cxn modelId="{616FE156-A717-8647-80CB-E0BB3D08D3FF}" type="presOf" srcId="{21573044-747F-A840-8C72-CF6987AA8639}" destId="{C348C035-6F29-3D46-B497-F48C1030CDC4}" srcOrd="0" destOrd="4" presId="urn:microsoft.com/office/officeart/2005/8/layout/hList1"/>
    <dgm:cxn modelId="{38832346-73C1-0A4B-A8AD-3D229CB9B73C}" type="presOf" srcId="{AD00D194-1195-C442-9FDD-3ABC00116C53}" destId="{C348C035-6F29-3D46-B497-F48C1030CDC4}" srcOrd="0" destOrd="0" presId="urn:microsoft.com/office/officeart/2005/8/layout/hList1"/>
    <dgm:cxn modelId="{1FE75DE1-DE6E-E94E-92E7-D3B5F79E6A6F}" type="presOf" srcId="{36EC7E5E-1719-124F-91DF-0CABCA750DFE}" destId="{C348C035-6F29-3D46-B497-F48C1030CDC4}" srcOrd="0" destOrd="2" presId="urn:microsoft.com/office/officeart/2005/8/layout/hList1"/>
    <dgm:cxn modelId="{FC38DD6D-EF5D-D24A-851F-21261316E45A}" srcId="{2B909F75-1F54-544C-AE27-B96F22BCFCA0}" destId="{E0924F17-43C3-7C40-8405-052DED3FEF73}" srcOrd="1" destOrd="0" parTransId="{4FD9F970-3CD1-404F-BEE5-C47E04BA0274}" sibTransId="{E1802A1F-A945-BE4B-8A7A-6A237E937CB2}"/>
    <dgm:cxn modelId="{F1164A8E-1A7F-8847-A9BF-0BA933687194}" srcId="{6EE487C8-4919-6B43-931A-14A299EB4942}" destId="{D95769B4-3F09-DE47-8B8D-CC14A6C056E5}" srcOrd="2" destOrd="0" parTransId="{C6BB5CEF-495F-6E4C-8EF1-472CFC19525D}" sibTransId="{3300FBED-1271-4549-91C3-99669ADF2058}"/>
    <dgm:cxn modelId="{7A96ABD9-BE90-1043-B8BC-A8A098872CE5}" type="presOf" srcId="{6EE487C8-4919-6B43-931A-14A299EB4942}" destId="{A4A237EF-E34F-E04B-8397-98514D086DAA}" srcOrd="0" destOrd="0" presId="urn:microsoft.com/office/officeart/2005/8/layout/hList1"/>
    <dgm:cxn modelId="{DB94E53A-19CB-B642-B1E6-66EC57A438B3}" type="presOf" srcId="{E0924F17-43C3-7C40-8405-052DED3FEF73}" destId="{C348C035-6F29-3D46-B497-F48C1030CDC4}" srcOrd="0" destOrd="1" presId="urn:microsoft.com/office/officeart/2005/8/layout/hList1"/>
    <dgm:cxn modelId="{9BC3D53A-F55B-0F4C-B50E-8CF1333EC485}" srcId="{6EE487C8-4919-6B43-931A-14A299EB4942}" destId="{4A0B010A-E31A-F04A-8C03-0454702E292D}" srcOrd="1" destOrd="0" parTransId="{6487526C-8EE7-E04D-831D-A418C549E57F}" sibTransId="{CB397412-4129-0C4C-AD02-9A9CD8572204}"/>
    <dgm:cxn modelId="{D741744B-588B-4145-8A40-2B074B2A4D09}" type="presOf" srcId="{9ABE376D-A2D3-3048-96D5-486D8DA2EF94}" destId="{2A2A6414-1B60-374A-B8A3-B2815EEB874B}" srcOrd="0" destOrd="0" presId="urn:microsoft.com/office/officeart/2005/8/layout/hList1"/>
    <dgm:cxn modelId="{C60CA94E-DA84-8D4C-8C71-6B26E353151E}" srcId="{A596ED03-DB40-1D44-8119-8E0A8E6583BA}" destId="{5956B310-B1CA-5B42-9F29-12780BAD08BA}" srcOrd="1" destOrd="0" parTransId="{D842B306-2B92-734A-A56A-EA66E2D4962B}" sibTransId="{BAAA8F6E-AA40-F444-9271-8AEE045EA31A}"/>
    <dgm:cxn modelId="{ECC39B3A-3787-D74A-9A5F-D9996BA44296}" type="presOf" srcId="{E25C9E7A-41C9-C64D-9914-582B0510AF7B}" destId="{621AE587-0109-FD47-8553-DEFEF828130B}" srcOrd="0" destOrd="3" presId="urn:microsoft.com/office/officeart/2005/8/layout/hList1"/>
    <dgm:cxn modelId="{185901C5-632F-E54C-B066-B2FAD74BF10F}" type="presOf" srcId="{8298D154-A58F-1447-8D94-E4217EC34466}" destId="{2A2A6414-1B60-374A-B8A3-B2815EEB874B}" srcOrd="0" destOrd="3" presId="urn:microsoft.com/office/officeart/2005/8/layout/hList1"/>
    <dgm:cxn modelId="{9816835F-E7CC-7848-8548-B8BB4122D63E}" srcId="{A596ED03-DB40-1D44-8119-8E0A8E6583BA}" destId="{6EE487C8-4919-6B43-931A-14A299EB4942}" srcOrd="2" destOrd="0" parTransId="{3B4D12E1-0F50-1D47-B89A-A092EE4FE9B8}" sibTransId="{86C5D797-82AE-7947-905A-E4EBF1266465}"/>
    <dgm:cxn modelId="{CFED2796-08C4-C344-9797-C1548D3EECD2}" srcId="{5956B310-B1CA-5B42-9F29-12780BAD08BA}" destId="{BFF9FA4D-1487-9340-94D1-6DA7FC9C5FA3}" srcOrd="0" destOrd="0" parTransId="{E7240ADC-CDE9-AA44-9E2C-D3F0B13CC8B4}" sibTransId="{E94CA6A2-011E-6143-AD0B-72AE628C8A57}"/>
    <dgm:cxn modelId="{1104843C-AA8E-824C-8B5E-84CBE5DD6C08}" srcId="{5956B310-B1CA-5B42-9F29-12780BAD08BA}" destId="{50F65EA7-5471-9649-A500-950EF713FB71}" srcOrd="1" destOrd="0" parTransId="{AE769CDE-1162-8D49-909A-362606762157}" sibTransId="{1C7E5ED0-80CF-8E4C-84E8-958BFD917F1F}"/>
    <dgm:cxn modelId="{841A5711-E40E-A940-AC6A-DE68238E839B}" srcId="{2B909F75-1F54-544C-AE27-B96F22BCFCA0}" destId="{21573044-747F-A840-8C72-CF6987AA8639}" srcOrd="4" destOrd="0" parTransId="{5B8C9972-571B-4A4F-91CF-AD2D933DEB04}" sibTransId="{0A658240-0EC4-5749-8CAA-9DD413EE3635}"/>
    <dgm:cxn modelId="{741FCE91-867A-504D-80DA-9E21D20C5B70}" type="presOf" srcId="{3250A114-A9DF-104F-AF77-AEFD26DA34ED}" destId="{C348C035-6F29-3D46-B497-F48C1030CDC4}" srcOrd="0" destOrd="3" presId="urn:microsoft.com/office/officeart/2005/8/layout/hList1"/>
    <dgm:cxn modelId="{67C971BA-8343-0E4A-B1C3-79EF147C61C6}" type="presParOf" srcId="{B4A60080-4623-934D-A4BD-2DDC9DB593F0}" destId="{8689D335-05A6-5E46-BAF9-81BC4BEE89C0}" srcOrd="0" destOrd="0" presId="urn:microsoft.com/office/officeart/2005/8/layout/hList1"/>
    <dgm:cxn modelId="{F7F498AB-97F3-BA4B-A0A2-F5324A043FB2}" type="presParOf" srcId="{8689D335-05A6-5E46-BAF9-81BC4BEE89C0}" destId="{58C87223-1570-814E-92BC-7608396D5E35}" srcOrd="0" destOrd="0" presId="urn:microsoft.com/office/officeart/2005/8/layout/hList1"/>
    <dgm:cxn modelId="{97D5062F-A54F-794D-A800-1F532434C67D}" type="presParOf" srcId="{8689D335-05A6-5E46-BAF9-81BC4BEE89C0}" destId="{C348C035-6F29-3D46-B497-F48C1030CDC4}" srcOrd="1" destOrd="0" presId="urn:microsoft.com/office/officeart/2005/8/layout/hList1"/>
    <dgm:cxn modelId="{8E50541D-D1A6-6D42-99D4-E39AE4B09B02}" type="presParOf" srcId="{B4A60080-4623-934D-A4BD-2DDC9DB593F0}" destId="{37D036B2-A759-1044-8139-DD266568CD4A}" srcOrd="1" destOrd="0" presId="urn:microsoft.com/office/officeart/2005/8/layout/hList1"/>
    <dgm:cxn modelId="{172AAB56-B869-5A4E-B880-224101391631}" type="presParOf" srcId="{B4A60080-4623-934D-A4BD-2DDC9DB593F0}" destId="{9D66DA7D-BBB0-024D-9F89-0CD0B7AACEFA}" srcOrd="2" destOrd="0" presId="urn:microsoft.com/office/officeart/2005/8/layout/hList1"/>
    <dgm:cxn modelId="{9ED012F1-E3D5-F141-B6C2-4E2F7FE7DE9D}" type="presParOf" srcId="{9D66DA7D-BBB0-024D-9F89-0CD0B7AACEFA}" destId="{2C4312AB-CBD0-5547-B900-65FF0DFF94CA}" srcOrd="0" destOrd="0" presId="urn:microsoft.com/office/officeart/2005/8/layout/hList1"/>
    <dgm:cxn modelId="{B40AB009-6A5D-9949-88EA-AEC6B3B5EB8E}" type="presParOf" srcId="{9D66DA7D-BBB0-024D-9F89-0CD0B7AACEFA}" destId="{621AE587-0109-FD47-8553-DEFEF828130B}" srcOrd="1" destOrd="0" presId="urn:microsoft.com/office/officeart/2005/8/layout/hList1"/>
    <dgm:cxn modelId="{DC9FE270-2D9B-054F-8ADA-094C75656997}" type="presParOf" srcId="{B4A60080-4623-934D-A4BD-2DDC9DB593F0}" destId="{AA2C1EBA-7E7A-064F-929A-908DCDAC475F}" srcOrd="3" destOrd="0" presId="urn:microsoft.com/office/officeart/2005/8/layout/hList1"/>
    <dgm:cxn modelId="{544A5E5C-5CA5-2F44-B8DB-72EE3390ACA2}" type="presParOf" srcId="{B4A60080-4623-934D-A4BD-2DDC9DB593F0}" destId="{6A0606C0-50C8-9844-8099-7F55A6FD2B31}" srcOrd="4" destOrd="0" presId="urn:microsoft.com/office/officeart/2005/8/layout/hList1"/>
    <dgm:cxn modelId="{139A6C74-4D02-F443-BC75-F0DB6C89F574}" type="presParOf" srcId="{6A0606C0-50C8-9844-8099-7F55A6FD2B31}" destId="{A4A237EF-E34F-E04B-8397-98514D086DAA}" srcOrd="0" destOrd="0" presId="urn:microsoft.com/office/officeart/2005/8/layout/hList1"/>
    <dgm:cxn modelId="{FB286A75-32D0-8D40-ABA3-951C11B476A4}" type="presParOf" srcId="{6A0606C0-50C8-9844-8099-7F55A6FD2B31}" destId="{2A2A6414-1B60-374A-B8A3-B2815EEB874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7C62E8-B2D6-414C-8420-C70B86F5371A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AAC853-DE8D-5C40-A98E-9086C95C4E3D}">
      <dgm:prSet phldrT="[Text]"/>
      <dgm:spPr/>
      <dgm:t>
        <a:bodyPr/>
        <a:lstStyle/>
        <a:p>
          <a:r>
            <a:rPr lang="en-US" dirty="0" smtClean="0"/>
            <a:t>Needs or expectations</a:t>
          </a:r>
          <a:endParaRPr lang="en-US" dirty="0"/>
        </a:p>
      </dgm:t>
    </dgm:pt>
    <dgm:pt modelId="{670B5958-7D4D-6543-A8D4-3E830E8B20AA}" type="parTrans" cxnId="{25CEAD3C-3368-8E4A-AE3E-9CC1B01CE0F3}">
      <dgm:prSet/>
      <dgm:spPr/>
      <dgm:t>
        <a:bodyPr/>
        <a:lstStyle/>
        <a:p>
          <a:endParaRPr lang="en-US"/>
        </a:p>
      </dgm:t>
    </dgm:pt>
    <dgm:pt modelId="{E7EB25B9-A72D-324A-8FDB-22B67215D28A}" type="sibTrans" cxnId="{25CEAD3C-3368-8E4A-AE3E-9CC1B01CE0F3}">
      <dgm:prSet/>
      <dgm:spPr/>
      <dgm:t>
        <a:bodyPr/>
        <a:lstStyle/>
        <a:p>
          <a:endParaRPr lang="en-US"/>
        </a:p>
      </dgm:t>
    </dgm:pt>
    <dgm:pt modelId="{8DB832D1-0E13-0F4B-99B1-1C182E1C7B45}">
      <dgm:prSet phldrT="[Text]" custT="1"/>
      <dgm:spPr/>
      <dgm:t>
        <a:bodyPr/>
        <a:lstStyle/>
        <a:p>
          <a:r>
            <a:rPr lang="en-US" sz="2000" dirty="0" smtClean="0"/>
            <a:t>Driving force</a:t>
          </a:r>
        </a:p>
        <a:p>
          <a:r>
            <a:rPr lang="en-US" sz="1400" dirty="0" smtClean="0"/>
            <a:t>(behaviors or actions)</a:t>
          </a:r>
          <a:endParaRPr lang="en-US" sz="1400" dirty="0"/>
        </a:p>
      </dgm:t>
    </dgm:pt>
    <dgm:pt modelId="{2194EEFD-3B45-6A41-BF70-61158E714533}" type="parTrans" cxnId="{02A22549-9546-D142-BB5B-F2443CF3E924}">
      <dgm:prSet/>
      <dgm:spPr/>
      <dgm:t>
        <a:bodyPr/>
        <a:lstStyle/>
        <a:p>
          <a:endParaRPr lang="en-US"/>
        </a:p>
      </dgm:t>
    </dgm:pt>
    <dgm:pt modelId="{B4E8CDFF-4E17-284E-B2E2-0462351D4B13}" type="sibTrans" cxnId="{02A22549-9546-D142-BB5B-F2443CF3E924}">
      <dgm:prSet/>
      <dgm:spPr/>
      <dgm:t>
        <a:bodyPr/>
        <a:lstStyle/>
        <a:p>
          <a:endParaRPr lang="en-US"/>
        </a:p>
      </dgm:t>
    </dgm:pt>
    <dgm:pt modelId="{890B0844-8891-BA47-A48D-79B3464AF727}">
      <dgm:prSet phldrT="[Text]"/>
      <dgm:spPr/>
      <dgm:t>
        <a:bodyPr/>
        <a:lstStyle/>
        <a:p>
          <a:r>
            <a:rPr lang="en-US" dirty="0" smtClean="0"/>
            <a:t>Desired goals</a:t>
          </a:r>
          <a:endParaRPr lang="en-US" dirty="0"/>
        </a:p>
      </dgm:t>
    </dgm:pt>
    <dgm:pt modelId="{76E98EA3-5CC4-AB4E-83E6-3E8A0AFEBB5D}" type="parTrans" cxnId="{1E8BCFA7-A782-EC49-AA77-27B64EBE4850}">
      <dgm:prSet/>
      <dgm:spPr/>
      <dgm:t>
        <a:bodyPr/>
        <a:lstStyle/>
        <a:p>
          <a:endParaRPr lang="en-US"/>
        </a:p>
      </dgm:t>
    </dgm:pt>
    <dgm:pt modelId="{FA417C31-9F59-A843-9B79-02BBBD76EBD5}" type="sibTrans" cxnId="{1E8BCFA7-A782-EC49-AA77-27B64EBE4850}">
      <dgm:prSet/>
      <dgm:spPr/>
      <dgm:t>
        <a:bodyPr/>
        <a:lstStyle/>
        <a:p>
          <a:endParaRPr lang="en-US"/>
        </a:p>
      </dgm:t>
    </dgm:pt>
    <dgm:pt modelId="{4397AB21-D464-814C-A78B-08508DD71CC5}">
      <dgm:prSet phldrT="[Text]"/>
      <dgm:spPr/>
      <dgm:t>
        <a:bodyPr/>
        <a:lstStyle/>
        <a:p>
          <a:r>
            <a:rPr lang="en-US" dirty="0" smtClean="0"/>
            <a:t>Fulfillment</a:t>
          </a:r>
          <a:endParaRPr lang="en-US" dirty="0"/>
        </a:p>
      </dgm:t>
    </dgm:pt>
    <dgm:pt modelId="{1DE47E1D-C340-1D42-A44C-F8C10A8C7CA2}" type="parTrans" cxnId="{41893551-D7E1-3547-9276-72EB951BFB8D}">
      <dgm:prSet/>
      <dgm:spPr/>
      <dgm:t>
        <a:bodyPr/>
        <a:lstStyle/>
        <a:p>
          <a:endParaRPr lang="en-US"/>
        </a:p>
      </dgm:t>
    </dgm:pt>
    <dgm:pt modelId="{2E5ABBE7-C35D-FA49-8190-CE839D17500B}" type="sibTrans" cxnId="{41893551-D7E1-3547-9276-72EB951BFB8D}">
      <dgm:prSet/>
      <dgm:spPr/>
      <dgm:t>
        <a:bodyPr/>
        <a:lstStyle/>
        <a:p>
          <a:endParaRPr lang="en-US"/>
        </a:p>
      </dgm:t>
    </dgm:pt>
    <dgm:pt modelId="{F6707ED2-3D66-B445-8160-C33A766946BB}" type="pres">
      <dgm:prSet presAssocID="{067C62E8-B2D6-414C-8420-C70B86F5371A}" presName="cycle" presStyleCnt="0">
        <dgm:presLayoutVars>
          <dgm:dir/>
          <dgm:resizeHandles val="exact"/>
        </dgm:presLayoutVars>
      </dgm:prSet>
      <dgm:spPr/>
    </dgm:pt>
    <dgm:pt modelId="{1D84B305-F044-5548-A75C-F425665F5679}" type="pres">
      <dgm:prSet presAssocID="{A9AAC853-DE8D-5C40-A98E-9086C95C4E3D}" presName="node" presStyleLbl="node1" presStyleIdx="0" presStyleCnt="4">
        <dgm:presLayoutVars>
          <dgm:bulletEnabled val="1"/>
        </dgm:presLayoutVars>
      </dgm:prSet>
      <dgm:spPr/>
    </dgm:pt>
    <dgm:pt modelId="{118AD089-FBE8-2541-9FAD-C60ED58C6C40}" type="pres">
      <dgm:prSet presAssocID="{A9AAC853-DE8D-5C40-A98E-9086C95C4E3D}" presName="spNode" presStyleCnt="0"/>
      <dgm:spPr/>
    </dgm:pt>
    <dgm:pt modelId="{05D6B7C1-20AA-5948-B5CE-6218B7D0E0FD}" type="pres">
      <dgm:prSet presAssocID="{E7EB25B9-A72D-324A-8FDB-22B67215D28A}" presName="sibTrans" presStyleLbl="sibTrans1D1" presStyleIdx="0" presStyleCnt="4"/>
      <dgm:spPr/>
    </dgm:pt>
    <dgm:pt modelId="{92B90FFD-E004-B446-ACDE-9403F420DACF}" type="pres">
      <dgm:prSet presAssocID="{8DB832D1-0E13-0F4B-99B1-1C182E1C7B4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D01661-FCA8-104C-90FB-ED4E8848D5E0}" type="pres">
      <dgm:prSet presAssocID="{8DB832D1-0E13-0F4B-99B1-1C182E1C7B45}" presName="spNode" presStyleCnt="0"/>
      <dgm:spPr/>
    </dgm:pt>
    <dgm:pt modelId="{B73F8EEF-4B81-2B44-834E-E507BBACBBD3}" type="pres">
      <dgm:prSet presAssocID="{B4E8CDFF-4E17-284E-B2E2-0462351D4B13}" presName="sibTrans" presStyleLbl="sibTrans1D1" presStyleIdx="1" presStyleCnt="4"/>
      <dgm:spPr/>
    </dgm:pt>
    <dgm:pt modelId="{C1FD200D-CA2C-F946-A455-50E644FB669F}" type="pres">
      <dgm:prSet presAssocID="{890B0844-8891-BA47-A48D-79B3464AF727}" presName="node" presStyleLbl="node1" presStyleIdx="2" presStyleCnt="4">
        <dgm:presLayoutVars>
          <dgm:bulletEnabled val="1"/>
        </dgm:presLayoutVars>
      </dgm:prSet>
      <dgm:spPr/>
    </dgm:pt>
    <dgm:pt modelId="{E4A590B6-C333-7A43-9345-55FA254A701F}" type="pres">
      <dgm:prSet presAssocID="{890B0844-8891-BA47-A48D-79B3464AF727}" presName="spNode" presStyleCnt="0"/>
      <dgm:spPr/>
    </dgm:pt>
    <dgm:pt modelId="{D09601C1-4D5C-694D-9FC3-975B9DE3584D}" type="pres">
      <dgm:prSet presAssocID="{FA417C31-9F59-A843-9B79-02BBBD76EBD5}" presName="sibTrans" presStyleLbl="sibTrans1D1" presStyleIdx="2" presStyleCnt="4"/>
      <dgm:spPr/>
    </dgm:pt>
    <dgm:pt modelId="{2429AE69-B6B9-814A-9AE6-522F6DDE92AA}" type="pres">
      <dgm:prSet presAssocID="{4397AB21-D464-814C-A78B-08508DD71CC5}" presName="node" presStyleLbl="node1" presStyleIdx="3" presStyleCnt="4">
        <dgm:presLayoutVars>
          <dgm:bulletEnabled val="1"/>
        </dgm:presLayoutVars>
      </dgm:prSet>
      <dgm:spPr/>
    </dgm:pt>
    <dgm:pt modelId="{54566A75-0A45-0840-A0CA-161CFD67896C}" type="pres">
      <dgm:prSet presAssocID="{4397AB21-D464-814C-A78B-08508DD71CC5}" presName="spNode" presStyleCnt="0"/>
      <dgm:spPr/>
    </dgm:pt>
    <dgm:pt modelId="{F0787168-3525-EC46-B401-A1B7FF34C879}" type="pres">
      <dgm:prSet presAssocID="{2E5ABBE7-C35D-FA49-8190-CE839D17500B}" presName="sibTrans" presStyleLbl="sibTrans1D1" presStyleIdx="3" presStyleCnt="4"/>
      <dgm:spPr/>
    </dgm:pt>
  </dgm:ptLst>
  <dgm:cxnLst>
    <dgm:cxn modelId="{41893551-D7E1-3547-9276-72EB951BFB8D}" srcId="{067C62E8-B2D6-414C-8420-C70B86F5371A}" destId="{4397AB21-D464-814C-A78B-08508DD71CC5}" srcOrd="3" destOrd="0" parTransId="{1DE47E1D-C340-1D42-A44C-F8C10A8C7CA2}" sibTransId="{2E5ABBE7-C35D-FA49-8190-CE839D17500B}"/>
    <dgm:cxn modelId="{36659EB3-C644-6545-BFEB-ADCA1E6B1060}" type="presOf" srcId="{FA417C31-9F59-A843-9B79-02BBBD76EBD5}" destId="{D09601C1-4D5C-694D-9FC3-975B9DE3584D}" srcOrd="0" destOrd="0" presId="urn:microsoft.com/office/officeart/2005/8/layout/cycle5"/>
    <dgm:cxn modelId="{BA4CBFF0-8F2F-5A4F-8EE2-B81138ADEC3A}" type="presOf" srcId="{067C62E8-B2D6-414C-8420-C70B86F5371A}" destId="{F6707ED2-3D66-B445-8160-C33A766946BB}" srcOrd="0" destOrd="0" presId="urn:microsoft.com/office/officeart/2005/8/layout/cycle5"/>
    <dgm:cxn modelId="{66CB8616-79CD-F041-8B58-EE3001739BDE}" type="presOf" srcId="{B4E8CDFF-4E17-284E-B2E2-0462351D4B13}" destId="{B73F8EEF-4B81-2B44-834E-E507BBACBBD3}" srcOrd="0" destOrd="0" presId="urn:microsoft.com/office/officeart/2005/8/layout/cycle5"/>
    <dgm:cxn modelId="{CFEB3DFB-7D75-AF4F-9C23-465341DB26BD}" type="presOf" srcId="{890B0844-8891-BA47-A48D-79B3464AF727}" destId="{C1FD200D-CA2C-F946-A455-50E644FB669F}" srcOrd="0" destOrd="0" presId="urn:microsoft.com/office/officeart/2005/8/layout/cycle5"/>
    <dgm:cxn modelId="{923256A9-9CF4-3142-B7E8-07F870A8C226}" type="presOf" srcId="{8DB832D1-0E13-0F4B-99B1-1C182E1C7B45}" destId="{92B90FFD-E004-B446-ACDE-9403F420DACF}" srcOrd="0" destOrd="0" presId="urn:microsoft.com/office/officeart/2005/8/layout/cycle5"/>
    <dgm:cxn modelId="{E781EFEF-D077-594A-8AC5-ADB27DBEF0E1}" type="presOf" srcId="{A9AAC853-DE8D-5C40-A98E-9086C95C4E3D}" destId="{1D84B305-F044-5548-A75C-F425665F5679}" srcOrd="0" destOrd="0" presId="urn:microsoft.com/office/officeart/2005/8/layout/cycle5"/>
    <dgm:cxn modelId="{1E8BCFA7-A782-EC49-AA77-27B64EBE4850}" srcId="{067C62E8-B2D6-414C-8420-C70B86F5371A}" destId="{890B0844-8891-BA47-A48D-79B3464AF727}" srcOrd="2" destOrd="0" parTransId="{76E98EA3-5CC4-AB4E-83E6-3E8A0AFEBB5D}" sibTransId="{FA417C31-9F59-A843-9B79-02BBBD76EBD5}"/>
    <dgm:cxn modelId="{E209DAD5-7064-D24D-AEB3-76D65A314DA9}" type="presOf" srcId="{2E5ABBE7-C35D-FA49-8190-CE839D17500B}" destId="{F0787168-3525-EC46-B401-A1B7FF34C879}" srcOrd="0" destOrd="0" presId="urn:microsoft.com/office/officeart/2005/8/layout/cycle5"/>
    <dgm:cxn modelId="{25CEAD3C-3368-8E4A-AE3E-9CC1B01CE0F3}" srcId="{067C62E8-B2D6-414C-8420-C70B86F5371A}" destId="{A9AAC853-DE8D-5C40-A98E-9086C95C4E3D}" srcOrd="0" destOrd="0" parTransId="{670B5958-7D4D-6543-A8D4-3E830E8B20AA}" sibTransId="{E7EB25B9-A72D-324A-8FDB-22B67215D28A}"/>
    <dgm:cxn modelId="{02A22549-9546-D142-BB5B-F2443CF3E924}" srcId="{067C62E8-B2D6-414C-8420-C70B86F5371A}" destId="{8DB832D1-0E13-0F4B-99B1-1C182E1C7B45}" srcOrd="1" destOrd="0" parTransId="{2194EEFD-3B45-6A41-BF70-61158E714533}" sibTransId="{B4E8CDFF-4E17-284E-B2E2-0462351D4B13}"/>
    <dgm:cxn modelId="{CB71B3E6-3BA3-AB4A-ACDF-A2175407A99D}" type="presOf" srcId="{4397AB21-D464-814C-A78B-08508DD71CC5}" destId="{2429AE69-B6B9-814A-9AE6-522F6DDE92AA}" srcOrd="0" destOrd="0" presId="urn:microsoft.com/office/officeart/2005/8/layout/cycle5"/>
    <dgm:cxn modelId="{664661A4-9C2E-AA43-92E4-559C7DF809AB}" type="presOf" srcId="{E7EB25B9-A72D-324A-8FDB-22B67215D28A}" destId="{05D6B7C1-20AA-5948-B5CE-6218B7D0E0FD}" srcOrd="0" destOrd="0" presId="urn:microsoft.com/office/officeart/2005/8/layout/cycle5"/>
    <dgm:cxn modelId="{C317EF6D-0B11-8742-AFFF-FE38011AD23A}" type="presParOf" srcId="{F6707ED2-3D66-B445-8160-C33A766946BB}" destId="{1D84B305-F044-5548-A75C-F425665F5679}" srcOrd="0" destOrd="0" presId="urn:microsoft.com/office/officeart/2005/8/layout/cycle5"/>
    <dgm:cxn modelId="{92C696F1-A847-B041-814E-BD4D7087BE39}" type="presParOf" srcId="{F6707ED2-3D66-B445-8160-C33A766946BB}" destId="{118AD089-FBE8-2541-9FAD-C60ED58C6C40}" srcOrd="1" destOrd="0" presId="urn:microsoft.com/office/officeart/2005/8/layout/cycle5"/>
    <dgm:cxn modelId="{EEC11DDA-22CF-FA48-A442-EC30ACA41BD6}" type="presParOf" srcId="{F6707ED2-3D66-B445-8160-C33A766946BB}" destId="{05D6B7C1-20AA-5948-B5CE-6218B7D0E0FD}" srcOrd="2" destOrd="0" presId="urn:microsoft.com/office/officeart/2005/8/layout/cycle5"/>
    <dgm:cxn modelId="{7D304B8C-9B0A-9841-9A6C-0C0461FFFED5}" type="presParOf" srcId="{F6707ED2-3D66-B445-8160-C33A766946BB}" destId="{92B90FFD-E004-B446-ACDE-9403F420DACF}" srcOrd="3" destOrd="0" presId="urn:microsoft.com/office/officeart/2005/8/layout/cycle5"/>
    <dgm:cxn modelId="{AF3A76D1-AB2B-2842-8984-2720072D3500}" type="presParOf" srcId="{F6707ED2-3D66-B445-8160-C33A766946BB}" destId="{5FD01661-FCA8-104C-90FB-ED4E8848D5E0}" srcOrd="4" destOrd="0" presId="urn:microsoft.com/office/officeart/2005/8/layout/cycle5"/>
    <dgm:cxn modelId="{8CFE42E7-CE4F-D342-A473-57A00DDE3820}" type="presParOf" srcId="{F6707ED2-3D66-B445-8160-C33A766946BB}" destId="{B73F8EEF-4B81-2B44-834E-E507BBACBBD3}" srcOrd="5" destOrd="0" presId="urn:microsoft.com/office/officeart/2005/8/layout/cycle5"/>
    <dgm:cxn modelId="{3322F91F-5610-C245-A27F-B9A17EED1A2A}" type="presParOf" srcId="{F6707ED2-3D66-B445-8160-C33A766946BB}" destId="{C1FD200D-CA2C-F946-A455-50E644FB669F}" srcOrd="6" destOrd="0" presId="urn:microsoft.com/office/officeart/2005/8/layout/cycle5"/>
    <dgm:cxn modelId="{E2392B8D-B4E3-4C44-A6A2-A45EB506AA56}" type="presParOf" srcId="{F6707ED2-3D66-B445-8160-C33A766946BB}" destId="{E4A590B6-C333-7A43-9345-55FA254A701F}" srcOrd="7" destOrd="0" presId="urn:microsoft.com/office/officeart/2005/8/layout/cycle5"/>
    <dgm:cxn modelId="{794EEA06-57FD-DE49-8E74-2BD2E4A6476E}" type="presParOf" srcId="{F6707ED2-3D66-B445-8160-C33A766946BB}" destId="{D09601C1-4D5C-694D-9FC3-975B9DE3584D}" srcOrd="8" destOrd="0" presId="urn:microsoft.com/office/officeart/2005/8/layout/cycle5"/>
    <dgm:cxn modelId="{68839075-1321-0D41-8F7F-7CD689383604}" type="presParOf" srcId="{F6707ED2-3D66-B445-8160-C33A766946BB}" destId="{2429AE69-B6B9-814A-9AE6-522F6DDE92AA}" srcOrd="9" destOrd="0" presId="urn:microsoft.com/office/officeart/2005/8/layout/cycle5"/>
    <dgm:cxn modelId="{AD50A65B-94FC-484E-AE03-DDF52F4FB157}" type="presParOf" srcId="{F6707ED2-3D66-B445-8160-C33A766946BB}" destId="{54566A75-0A45-0840-A0CA-161CFD67896C}" srcOrd="10" destOrd="0" presId="urn:microsoft.com/office/officeart/2005/8/layout/cycle5"/>
    <dgm:cxn modelId="{A5930284-9BF3-7341-90F2-5529E5D37AE8}" type="presParOf" srcId="{F6707ED2-3D66-B445-8160-C33A766946BB}" destId="{F0787168-3525-EC46-B401-A1B7FF34C879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99C8D3-1F07-8D44-9697-42B30882BAB1}" type="doc">
      <dgm:prSet loTypeId="urn:microsoft.com/office/officeart/2005/8/layout/pyramid1" loCatId="" qsTypeId="urn:microsoft.com/office/officeart/2005/8/quickstyle/simple4" qsCatId="simple" csTypeId="urn:microsoft.com/office/officeart/2005/8/colors/accent1_3" csCatId="accent1" phldr="1"/>
      <dgm:spPr/>
    </dgm:pt>
    <dgm:pt modelId="{C3235F15-7344-E348-9CD3-4FD7BD838A1D}">
      <dgm:prSet phldrT="[Text]" custT="1"/>
      <dgm:spPr/>
      <dgm:t>
        <a:bodyPr/>
        <a:lstStyle/>
        <a:p>
          <a:r>
            <a:rPr lang="en-US" sz="1800" dirty="0" smtClean="0"/>
            <a:t>Self</a:t>
          </a:r>
          <a:br>
            <a:rPr lang="en-US" sz="1800" dirty="0" smtClean="0"/>
          </a:br>
          <a:r>
            <a:rPr lang="en-US" sz="1800" dirty="0" smtClean="0"/>
            <a:t>actualization</a:t>
          </a:r>
        </a:p>
      </dgm:t>
    </dgm:pt>
    <dgm:pt modelId="{D12B70CF-3361-154C-82EC-4413D1B515AC}" type="parTrans" cxnId="{A7C9A20B-A55C-F54F-8C97-D7FA878D4B22}">
      <dgm:prSet/>
      <dgm:spPr/>
      <dgm:t>
        <a:bodyPr/>
        <a:lstStyle/>
        <a:p>
          <a:endParaRPr lang="en-US" sz="1400"/>
        </a:p>
      </dgm:t>
    </dgm:pt>
    <dgm:pt modelId="{65287F84-CA53-B047-B189-0977325E1C70}" type="sibTrans" cxnId="{A7C9A20B-A55C-F54F-8C97-D7FA878D4B22}">
      <dgm:prSet/>
      <dgm:spPr/>
      <dgm:t>
        <a:bodyPr/>
        <a:lstStyle/>
        <a:p>
          <a:endParaRPr lang="en-US" sz="1400"/>
        </a:p>
      </dgm:t>
    </dgm:pt>
    <dgm:pt modelId="{CFD56408-28C6-E44F-A14D-19E8D9409343}">
      <dgm:prSet phldrT="[Text]" custT="1"/>
      <dgm:spPr/>
      <dgm:t>
        <a:bodyPr/>
        <a:lstStyle/>
        <a:p>
          <a:r>
            <a:rPr lang="en-US" sz="1800" dirty="0" smtClean="0"/>
            <a:t>Esteem</a:t>
          </a:r>
          <a:endParaRPr lang="en-US" sz="1800" dirty="0"/>
        </a:p>
      </dgm:t>
    </dgm:pt>
    <dgm:pt modelId="{BDE22EFD-A53D-8542-8577-0F02F798E265}" type="parTrans" cxnId="{4756203D-626F-6647-B296-ACD4654E49B4}">
      <dgm:prSet/>
      <dgm:spPr/>
      <dgm:t>
        <a:bodyPr/>
        <a:lstStyle/>
        <a:p>
          <a:endParaRPr lang="en-US" sz="1400"/>
        </a:p>
      </dgm:t>
    </dgm:pt>
    <dgm:pt modelId="{2C222D53-AC08-4D4E-BB9A-DF2CA84D1FB9}" type="sibTrans" cxnId="{4756203D-626F-6647-B296-ACD4654E49B4}">
      <dgm:prSet/>
      <dgm:spPr/>
      <dgm:t>
        <a:bodyPr/>
        <a:lstStyle/>
        <a:p>
          <a:endParaRPr lang="en-US" sz="1400"/>
        </a:p>
      </dgm:t>
    </dgm:pt>
    <dgm:pt modelId="{550684B5-2D0D-1346-A2A5-4D3C798F17EF}">
      <dgm:prSet phldrT="[Text]" custT="1"/>
      <dgm:spPr/>
      <dgm:t>
        <a:bodyPr/>
        <a:lstStyle/>
        <a:p>
          <a:r>
            <a:rPr lang="en-US" sz="1800" dirty="0" smtClean="0"/>
            <a:t>Social</a:t>
          </a:r>
          <a:endParaRPr lang="en-US" sz="1800" dirty="0"/>
        </a:p>
      </dgm:t>
    </dgm:pt>
    <dgm:pt modelId="{E80CDF91-B076-F74D-B057-77B31D542AA3}" type="parTrans" cxnId="{919DA587-377D-E840-BDC5-D4466EC6AF6D}">
      <dgm:prSet/>
      <dgm:spPr/>
      <dgm:t>
        <a:bodyPr/>
        <a:lstStyle/>
        <a:p>
          <a:endParaRPr lang="en-US" sz="1400"/>
        </a:p>
      </dgm:t>
    </dgm:pt>
    <dgm:pt modelId="{9E08E922-835B-524B-BB56-778F1042348C}" type="sibTrans" cxnId="{919DA587-377D-E840-BDC5-D4466EC6AF6D}">
      <dgm:prSet/>
      <dgm:spPr/>
      <dgm:t>
        <a:bodyPr/>
        <a:lstStyle/>
        <a:p>
          <a:endParaRPr lang="en-US" sz="1400"/>
        </a:p>
      </dgm:t>
    </dgm:pt>
    <dgm:pt modelId="{67140D94-68E0-FC40-B2FA-3B260A9DBDC5}">
      <dgm:prSet custT="1"/>
      <dgm:spPr/>
      <dgm:t>
        <a:bodyPr/>
        <a:lstStyle/>
        <a:p>
          <a:r>
            <a:rPr lang="en-US" sz="1800" dirty="0" smtClean="0"/>
            <a:t>Safety</a:t>
          </a:r>
          <a:endParaRPr lang="en-US" sz="1800" dirty="0"/>
        </a:p>
      </dgm:t>
    </dgm:pt>
    <dgm:pt modelId="{4D9C0FB0-4FEC-7A40-AD9B-CB52E31C1E31}" type="parTrans" cxnId="{F91014FD-0B8D-2142-BA65-B8D98F4C7C51}">
      <dgm:prSet/>
      <dgm:spPr/>
      <dgm:t>
        <a:bodyPr/>
        <a:lstStyle/>
        <a:p>
          <a:endParaRPr lang="en-US" sz="1400"/>
        </a:p>
      </dgm:t>
    </dgm:pt>
    <dgm:pt modelId="{665F75EA-DF6D-0841-AF37-6824F87FA947}" type="sibTrans" cxnId="{F91014FD-0B8D-2142-BA65-B8D98F4C7C51}">
      <dgm:prSet/>
      <dgm:spPr/>
      <dgm:t>
        <a:bodyPr/>
        <a:lstStyle/>
        <a:p>
          <a:endParaRPr lang="en-US" sz="1400"/>
        </a:p>
      </dgm:t>
    </dgm:pt>
    <dgm:pt modelId="{81676377-A219-CA4E-9207-8EB30AC5384A}">
      <dgm:prSet custT="1"/>
      <dgm:spPr/>
      <dgm:t>
        <a:bodyPr/>
        <a:lstStyle/>
        <a:p>
          <a:r>
            <a:rPr lang="en-US" sz="1800" dirty="0" smtClean="0"/>
            <a:t>Physiological</a:t>
          </a:r>
          <a:endParaRPr lang="en-US" sz="1800" dirty="0"/>
        </a:p>
      </dgm:t>
    </dgm:pt>
    <dgm:pt modelId="{78A14C8D-2C83-AC4C-BAC8-04C97E4A778C}" type="parTrans" cxnId="{0E6BD30D-6D58-404A-92E9-DD8F6F7FF2AD}">
      <dgm:prSet/>
      <dgm:spPr/>
      <dgm:t>
        <a:bodyPr/>
        <a:lstStyle/>
        <a:p>
          <a:endParaRPr lang="en-US" sz="1400"/>
        </a:p>
      </dgm:t>
    </dgm:pt>
    <dgm:pt modelId="{1FB3686F-08C5-2943-B113-97DB59E0994D}" type="sibTrans" cxnId="{0E6BD30D-6D58-404A-92E9-DD8F6F7FF2AD}">
      <dgm:prSet/>
      <dgm:spPr/>
      <dgm:t>
        <a:bodyPr/>
        <a:lstStyle/>
        <a:p>
          <a:endParaRPr lang="en-US" sz="1400"/>
        </a:p>
      </dgm:t>
    </dgm:pt>
    <dgm:pt modelId="{397AB661-6C1D-7549-BC75-093ABAEFAEFB}" type="pres">
      <dgm:prSet presAssocID="{0599C8D3-1F07-8D44-9697-42B30882BAB1}" presName="Name0" presStyleCnt="0">
        <dgm:presLayoutVars>
          <dgm:dir/>
          <dgm:animLvl val="lvl"/>
          <dgm:resizeHandles val="exact"/>
        </dgm:presLayoutVars>
      </dgm:prSet>
      <dgm:spPr/>
    </dgm:pt>
    <dgm:pt modelId="{AC167AD5-F02D-3B44-9A5D-D139CEF5AA8E}" type="pres">
      <dgm:prSet presAssocID="{C3235F15-7344-E348-9CD3-4FD7BD838A1D}" presName="Name8" presStyleCnt="0"/>
      <dgm:spPr/>
    </dgm:pt>
    <dgm:pt modelId="{9DE672DD-7FFF-5C4C-BEE6-0B7D1F860D27}" type="pres">
      <dgm:prSet presAssocID="{C3235F15-7344-E348-9CD3-4FD7BD838A1D}" presName="level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882A67-1914-FD48-8697-75A9D484AB93}" type="pres">
      <dgm:prSet presAssocID="{C3235F15-7344-E348-9CD3-4FD7BD838A1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02D9FC-5384-8A4B-A2B2-A68FCF04F050}" type="pres">
      <dgm:prSet presAssocID="{CFD56408-28C6-E44F-A14D-19E8D9409343}" presName="Name8" presStyleCnt="0"/>
      <dgm:spPr/>
    </dgm:pt>
    <dgm:pt modelId="{16811A8E-DEE5-D24B-B609-2D0460D5F159}" type="pres">
      <dgm:prSet presAssocID="{CFD56408-28C6-E44F-A14D-19E8D9409343}" presName="level" presStyleLbl="node1" presStyleIdx="1" presStyleCnt="5">
        <dgm:presLayoutVars>
          <dgm:chMax val="1"/>
          <dgm:bulletEnabled val="1"/>
        </dgm:presLayoutVars>
      </dgm:prSet>
      <dgm:spPr/>
    </dgm:pt>
    <dgm:pt modelId="{2AA7724B-8E45-534A-A6AE-3EFC76DC6E5C}" type="pres">
      <dgm:prSet presAssocID="{CFD56408-28C6-E44F-A14D-19E8D94093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CF1DE93-DAAA-DB4A-8E62-522F65BD9012}" type="pres">
      <dgm:prSet presAssocID="{550684B5-2D0D-1346-A2A5-4D3C798F17EF}" presName="Name8" presStyleCnt="0"/>
      <dgm:spPr/>
    </dgm:pt>
    <dgm:pt modelId="{4241DB70-D7B0-9E44-B836-DB40062A606C}" type="pres">
      <dgm:prSet presAssocID="{550684B5-2D0D-1346-A2A5-4D3C798F17EF}" presName="level" presStyleLbl="node1" presStyleIdx="2" presStyleCnt="5">
        <dgm:presLayoutVars>
          <dgm:chMax val="1"/>
          <dgm:bulletEnabled val="1"/>
        </dgm:presLayoutVars>
      </dgm:prSet>
      <dgm:spPr/>
    </dgm:pt>
    <dgm:pt modelId="{56A5BBEC-257A-3740-81DD-7978D973935D}" type="pres">
      <dgm:prSet presAssocID="{550684B5-2D0D-1346-A2A5-4D3C798F17E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5201EA7-57EB-F643-9C2C-C39ED782F06D}" type="pres">
      <dgm:prSet presAssocID="{67140D94-68E0-FC40-B2FA-3B260A9DBDC5}" presName="Name8" presStyleCnt="0"/>
      <dgm:spPr/>
    </dgm:pt>
    <dgm:pt modelId="{CB839071-74A5-8247-B6A7-6D444D27F8C0}" type="pres">
      <dgm:prSet presAssocID="{67140D94-68E0-FC40-B2FA-3B260A9DBDC5}" presName="level" presStyleLbl="node1" presStyleIdx="3" presStyleCnt="5">
        <dgm:presLayoutVars>
          <dgm:chMax val="1"/>
          <dgm:bulletEnabled val="1"/>
        </dgm:presLayoutVars>
      </dgm:prSet>
      <dgm:spPr/>
    </dgm:pt>
    <dgm:pt modelId="{9CA957A5-88F7-CE46-84C9-B571BD7C6170}" type="pres">
      <dgm:prSet presAssocID="{67140D94-68E0-FC40-B2FA-3B260A9DBDC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C073F7E-700B-0F4F-A3A7-F1837E2218D3}" type="pres">
      <dgm:prSet presAssocID="{81676377-A219-CA4E-9207-8EB30AC5384A}" presName="Name8" presStyleCnt="0"/>
      <dgm:spPr/>
    </dgm:pt>
    <dgm:pt modelId="{2E3F741E-E907-4A4A-B28D-A443C15BC4D6}" type="pres">
      <dgm:prSet presAssocID="{81676377-A219-CA4E-9207-8EB30AC5384A}" presName="level" presStyleLbl="node1" presStyleIdx="4" presStyleCnt="5">
        <dgm:presLayoutVars>
          <dgm:chMax val="1"/>
          <dgm:bulletEnabled val="1"/>
        </dgm:presLayoutVars>
      </dgm:prSet>
      <dgm:spPr/>
    </dgm:pt>
    <dgm:pt modelId="{BCD369CE-5A4C-7F4F-AAB5-C2371980B4A8}" type="pres">
      <dgm:prSet presAssocID="{81676377-A219-CA4E-9207-8EB30AC5384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3CBE0D8-ED77-264C-9AF6-70AEE8C6FC15}" type="presOf" srcId="{81676377-A219-CA4E-9207-8EB30AC5384A}" destId="{BCD369CE-5A4C-7F4F-AAB5-C2371980B4A8}" srcOrd="1" destOrd="0" presId="urn:microsoft.com/office/officeart/2005/8/layout/pyramid1"/>
    <dgm:cxn modelId="{4756203D-626F-6647-B296-ACD4654E49B4}" srcId="{0599C8D3-1F07-8D44-9697-42B30882BAB1}" destId="{CFD56408-28C6-E44F-A14D-19E8D9409343}" srcOrd="1" destOrd="0" parTransId="{BDE22EFD-A53D-8542-8577-0F02F798E265}" sibTransId="{2C222D53-AC08-4D4E-BB9A-DF2CA84D1FB9}"/>
    <dgm:cxn modelId="{F91014FD-0B8D-2142-BA65-B8D98F4C7C51}" srcId="{0599C8D3-1F07-8D44-9697-42B30882BAB1}" destId="{67140D94-68E0-FC40-B2FA-3B260A9DBDC5}" srcOrd="3" destOrd="0" parTransId="{4D9C0FB0-4FEC-7A40-AD9B-CB52E31C1E31}" sibTransId="{665F75EA-DF6D-0841-AF37-6824F87FA947}"/>
    <dgm:cxn modelId="{496B5A3F-56EF-6841-B5DE-44D8A5EC9894}" type="presOf" srcId="{550684B5-2D0D-1346-A2A5-4D3C798F17EF}" destId="{56A5BBEC-257A-3740-81DD-7978D973935D}" srcOrd="1" destOrd="0" presId="urn:microsoft.com/office/officeart/2005/8/layout/pyramid1"/>
    <dgm:cxn modelId="{9DBCA7F0-2FA5-F949-9C3E-77CDED240CC4}" type="presOf" srcId="{67140D94-68E0-FC40-B2FA-3B260A9DBDC5}" destId="{CB839071-74A5-8247-B6A7-6D444D27F8C0}" srcOrd="0" destOrd="0" presId="urn:microsoft.com/office/officeart/2005/8/layout/pyramid1"/>
    <dgm:cxn modelId="{DF692D77-71C0-ED44-8B3C-D838AB237C89}" type="presOf" srcId="{81676377-A219-CA4E-9207-8EB30AC5384A}" destId="{2E3F741E-E907-4A4A-B28D-A443C15BC4D6}" srcOrd="0" destOrd="0" presId="urn:microsoft.com/office/officeart/2005/8/layout/pyramid1"/>
    <dgm:cxn modelId="{6890EB6C-D6C4-234E-8482-EE0F965C5C80}" type="presOf" srcId="{550684B5-2D0D-1346-A2A5-4D3C798F17EF}" destId="{4241DB70-D7B0-9E44-B836-DB40062A606C}" srcOrd="0" destOrd="0" presId="urn:microsoft.com/office/officeart/2005/8/layout/pyramid1"/>
    <dgm:cxn modelId="{0E6BD30D-6D58-404A-92E9-DD8F6F7FF2AD}" srcId="{0599C8D3-1F07-8D44-9697-42B30882BAB1}" destId="{81676377-A219-CA4E-9207-8EB30AC5384A}" srcOrd="4" destOrd="0" parTransId="{78A14C8D-2C83-AC4C-BAC8-04C97E4A778C}" sibTransId="{1FB3686F-08C5-2943-B113-97DB59E0994D}"/>
    <dgm:cxn modelId="{AF168C3E-F3EE-FA43-ABC4-D8FC5D22B49B}" type="presOf" srcId="{CFD56408-28C6-E44F-A14D-19E8D9409343}" destId="{2AA7724B-8E45-534A-A6AE-3EFC76DC6E5C}" srcOrd="1" destOrd="0" presId="urn:microsoft.com/office/officeart/2005/8/layout/pyramid1"/>
    <dgm:cxn modelId="{A76475A5-8612-B64B-84FE-7C15854F1398}" type="presOf" srcId="{C3235F15-7344-E348-9CD3-4FD7BD838A1D}" destId="{ED882A67-1914-FD48-8697-75A9D484AB93}" srcOrd="1" destOrd="0" presId="urn:microsoft.com/office/officeart/2005/8/layout/pyramid1"/>
    <dgm:cxn modelId="{C89EBDD5-7536-B342-87E5-4E32D75BAC34}" type="presOf" srcId="{CFD56408-28C6-E44F-A14D-19E8D9409343}" destId="{16811A8E-DEE5-D24B-B609-2D0460D5F159}" srcOrd="0" destOrd="0" presId="urn:microsoft.com/office/officeart/2005/8/layout/pyramid1"/>
    <dgm:cxn modelId="{553AB4E8-6710-F646-ADFB-F184B52648A5}" type="presOf" srcId="{0599C8D3-1F07-8D44-9697-42B30882BAB1}" destId="{397AB661-6C1D-7549-BC75-093ABAEFAEFB}" srcOrd="0" destOrd="0" presId="urn:microsoft.com/office/officeart/2005/8/layout/pyramid1"/>
    <dgm:cxn modelId="{919DA587-377D-E840-BDC5-D4466EC6AF6D}" srcId="{0599C8D3-1F07-8D44-9697-42B30882BAB1}" destId="{550684B5-2D0D-1346-A2A5-4D3C798F17EF}" srcOrd="2" destOrd="0" parTransId="{E80CDF91-B076-F74D-B057-77B31D542AA3}" sibTransId="{9E08E922-835B-524B-BB56-778F1042348C}"/>
    <dgm:cxn modelId="{24CFCEC1-431D-A24C-A1A6-F89023E87AB9}" type="presOf" srcId="{C3235F15-7344-E348-9CD3-4FD7BD838A1D}" destId="{9DE672DD-7FFF-5C4C-BEE6-0B7D1F860D27}" srcOrd="0" destOrd="0" presId="urn:microsoft.com/office/officeart/2005/8/layout/pyramid1"/>
    <dgm:cxn modelId="{A7C9A20B-A55C-F54F-8C97-D7FA878D4B22}" srcId="{0599C8D3-1F07-8D44-9697-42B30882BAB1}" destId="{C3235F15-7344-E348-9CD3-4FD7BD838A1D}" srcOrd="0" destOrd="0" parTransId="{D12B70CF-3361-154C-82EC-4413D1B515AC}" sibTransId="{65287F84-CA53-B047-B189-0977325E1C70}"/>
    <dgm:cxn modelId="{34E8C608-BCD8-E54A-AD91-1A73A812E92D}" type="presOf" srcId="{67140D94-68E0-FC40-B2FA-3B260A9DBDC5}" destId="{9CA957A5-88F7-CE46-84C9-B571BD7C6170}" srcOrd="1" destOrd="0" presId="urn:microsoft.com/office/officeart/2005/8/layout/pyramid1"/>
    <dgm:cxn modelId="{5BF1E6A7-D78C-BF4F-8329-081C8A4B1BD9}" type="presParOf" srcId="{397AB661-6C1D-7549-BC75-093ABAEFAEFB}" destId="{AC167AD5-F02D-3B44-9A5D-D139CEF5AA8E}" srcOrd="0" destOrd="0" presId="urn:microsoft.com/office/officeart/2005/8/layout/pyramid1"/>
    <dgm:cxn modelId="{603F8B37-E685-7346-B41D-DC7B0DDE0B9D}" type="presParOf" srcId="{AC167AD5-F02D-3B44-9A5D-D139CEF5AA8E}" destId="{9DE672DD-7FFF-5C4C-BEE6-0B7D1F860D27}" srcOrd="0" destOrd="0" presId="urn:microsoft.com/office/officeart/2005/8/layout/pyramid1"/>
    <dgm:cxn modelId="{63359C6A-F2D4-014A-B171-B6F511BF567B}" type="presParOf" srcId="{AC167AD5-F02D-3B44-9A5D-D139CEF5AA8E}" destId="{ED882A67-1914-FD48-8697-75A9D484AB93}" srcOrd="1" destOrd="0" presId="urn:microsoft.com/office/officeart/2005/8/layout/pyramid1"/>
    <dgm:cxn modelId="{224D9411-E3D6-BB44-ACB6-2D34AF3DFC7B}" type="presParOf" srcId="{397AB661-6C1D-7549-BC75-093ABAEFAEFB}" destId="{7502D9FC-5384-8A4B-A2B2-A68FCF04F050}" srcOrd="1" destOrd="0" presId="urn:microsoft.com/office/officeart/2005/8/layout/pyramid1"/>
    <dgm:cxn modelId="{EBC1CB48-C274-8941-BC03-81EBA3501CB7}" type="presParOf" srcId="{7502D9FC-5384-8A4B-A2B2-A68FCF04F050}" destId="{16811A8E-DEE5-D24B-B609-2D0460D5F159}" srcOrd="0" destOrd="0" presId="urn:microsoft.com/office/officeart/2005/8/layout/pyramid1"/>
    <dgm:cxn modelId="{3DF0884A-A083-A046-AF9D-9C543BF317AD}" type="presParOf" srcId="{7502D9FC-5384-8A4B-A2B2-A68FCF04F050}" destId="{2AA7724B-8E45-534A-A6AE-3EFC76DC6E5C}" srcOrd="1" destOrd="0" presId="urn:microsoft.com/office/officeart/2005/8/layout/pyramid1"/>
    <dgm:cxn modelId="{BCDB69AC-7F03-C249-BB43-7D23CA29A5D8}" type="presParOf" srcId="{397AB661-6C1D-7549-BC75-093ABAEFAEFB}" destId="{FCF1DE93-DAAA-DB4A-8E62-522F65BD9012}" srcOrd="2" destOrd="0" presId="urn:microsoft.com/office/officeart/2005/8/layout/pyramid1"/>
    <dgm:cxn modelId="{4CD2B4C0-3550-1849-83EF-4DD9474E54D3}" type="presParOf" srcId="{FCF1DE93-DAAA-DB4A-8E62-522F65BD9012}" destId="{4241DB70-D7B0-9E44-B836-DB40062A606C}" srcOrd="0" destOrd="0" presId="urn:microsoft.com/office/officeart/2005/8/layout/pyramid1"/>
    <dgm:cxn modelId="{6CAA2738-AD4A-CF40-925C-86108A717D7D}" type="presParOf" srcId="{FCF1DE93-DAAA-DB4A-8E62-522F65BD9012}" destId="{56A5BBEC-257A-3740-81DD-7978D973935D}" srcOrd="1" destOrd="0" presId="urn:microsoft.com/office/officeart/2005/8/layout/pyramid1"/>
    <dgm:cxn modelId="{B0049C7B-03E1-8F4C-B101-19CE8D2B5E3E}" type="presParOf" srcId="{397AB661-6C1D-7549-BC75-093ABAEFAEFB}" destId="{15201EA7-57EB-F643-9C2C-C39ED782F06D}" srcOrd="3" destOrd="0" presId="urn:microsoft.com/office/officeart/2005/8/layout/pyramid1"/>
    <dgm:cxn modelId="{AFA75F51-C128-0B40-8670-867419F04C96}" type="presParOf" srcId="{15201EA7-57EB-F643-9C2C-C39ED782F06D}" destId="{CB839071-74A5-8247-B6A7-6D444D27F8C0}" srcOrd="0" destOrd="0" presId="urn:microsoft.com/office/officeart/2005/8/layout/pyramid1"/>
    <dgm:cxn modelId="{FF226364-C7AC-1342-BCB9-A2E8F5DCBBD8}" type="presParOf" srcId="{15201EA7-57EB-F643-9C2C-C39ED782F06D}" destId="{9CA957A5-88F7-CE46-84C9-B571BD7C6170}" srcOrd="1" destOrd="0" presId="urn:microsoft.com/office/officeart/2005/8/layout/pyramid1"/>
    <dgm:cxn modelId="{46186BCD-3EC8-B445-AE8D-C4B60856F056}" type="presParOf" srcId="{397AB661-6C1D-7549-BC75-093ABAEFAEFB}" destId="{FC073F7E-700B-0F4F-A3A7-F1837E2218D3}" srcOrd="4" destOrd="0" presId="urn:microsoft.com/office/officeart/2005/8/layout/pyramid1"/>
    <dgm:cxn modelId="{CF6A5B18-E97C-4240-ADBE-04FCEAFCC7FF}" type="presParOf" srcId="{FC073F7E-700B-0F4F-A3A7-F1837E2218D3}" destId="{2E3F741E-E907-4A4A-B28D-A443C15BC4D6}" srcOrd="0" destOrd="0" presId="urn:microsoft.com/office/officeart/2005/8/layout/pyramid1"/>
    <dgm:cxn modelId="{1E3C9E7F-6BD5-9F41-A429-8E7066108472}" type="presParOf" srcId="{FC073F7E-700B-0F4F-A3A7-F1837E2218D3}" destId="{BCD369CE-5A4C-7F4F-AAB5-C2371980B4A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87223-1570-814E-92BC-7608396D5E35}">
      <dsp:nvSpPr>
        <dsp:cNvPr id="0" name=""/>
        <dsp:cNvSpPr/>
      </dsp:nvSpPr>
      <dsp:spPr>
        <a:xfrm>
          <a:off x="2540" y="663239"/>
          <a:ext cx="2476500" cy="9628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Demographics and Organizational Dimensions</a:t>
          </a:r>
          <a:endParaRPr lang="en-US" sz="1900" kern="1200" dirty="0"/>
        </a:p>
      </dsp:txBody>
      <dsp:txXfrm>
        <a:off x="2540" y="663239"/>
        <a:ext cx="2476500" cy="962887"/>
      </dsp:txXfrm>
    </dsp:sp>
    <dsp:sp modelId="{C348C035-6F29-3D46-B497-F48C1030CDC4}">
      <dsp:nvSpPr>
        <dsp:cNvPr id="0" name=""/>
        <dsp:cNvSpPr/>
      </dsp:nvSpPr>
      <dsp:spPr>
        <a:xfrm>
          <a:off x="2540" y="1626127"/>
          <a:ext cx="2476500" cy="31293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Gender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Age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Region, Country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Wave (Pilot, 1</a:t>
          </a:r>
          <a:r>
            <a:rPr lang="en-US" sz="1900" kern="1200" baseline="30000" dirty="0" smtClean="0"/>
            <a:t>st</a:t>
          </a:r>
          <a:r>
            <a:rPr lang="en-US" sz="1900" kern="1200" dirty="0" smtClean="0"/>
            <a:t> wave, 2</a:t>
          </a:r>
          <a:r>
            <a:rPr lang="en-US" sz="1900" kern="1200" baseline="30000" dirty="0" smtClean="0"/>
            <a:t>nd</a:t>
          </a:r>
          <a:r>
            <a:rPr lang="en-US" sz="1900" kern="1200" dirty="0" smtClean="0"/>
            <a:t> wave)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Organization Group (Color)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Employment type (regular, contractual, part-time)</a:t>
          </a:r>
          <a:endParaRPr lang="en-US" sz="1900" kern="1200" dirty="0"/>
        </a:p>
      </dsp:txBody>
      <dsp:txXfrm>
        <a:off x="2540" y="1626127"/>
        <a:ext cx="2476500" cy="3129300"/>
      </dsp:txXfrm>
    </dsp:sp>
    <dsp:sp modelId="{2C4312AB-CBD0-5547-B900-65FF0DFF94CA}">
      <dsp:nvSpPr>
        <dsp:cNvPr id="0" name=""/>
        <dsp:cNvSpPr/>
      </dsp:nvSpPr>
      <dsp:spPr>
        <a:xfrm>
          <a:off x="2825750" y="663239"/>
          <a:ext cx="2476500" cy="9628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Performance Appraisal Dimensions</a:t>
          </a:r>
          <a:endParaRPr lang="en-US" sz="1900" kern="1200" dirty="0"/>
        </a:p>
      </dsp:txBody>
      <dsp:txXfrm>
        <a:off x="2825750" y="663239"/>
        <a:ext cx="2476500" cy="962887"/>
      </dsp:txXfrm>
    </dsp:sp>
    <dsp:sp modelId="{621AE587-0109-FD47-8553-DEFEF828130B}">
      <dsp:nvSpPr>
        <dsp:cNvPr id="0" name=""/>
        <dsp:cNvSpPr/>
      </dsp:nvSpPr>
      <dsp:spPr>
        <a:xfrm>
          <a:off x="2825750" y="1626127"/>
          <a:ext cx="2476500" cy="31293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Tenure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Salary appraisal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Standardized salary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Performance metrics</a:t>
          </a:r>
          <a:endParaRPr lang="en-US" sz="1900" kern="1200" dirty="0"/>
        </a:p>
      </dsp:txBody>
      <dsp:txXfrm>
        <a:off x="2825750" y="1626127"/>
        <a:ext cx="2476500" cy="3129300"/>
      </dsp:txXfrm>
    </dsp:sp>
    <dsp:sp modelId="{A4A237EF-E34F-E04B-8397-98514D086DAA}">
      <dsp:nvSpPr>
        <dsp:cNvPr id="0" name=""/>
        <dsp:cNvSpPr/>
      </dsp:nvSpPr>
      <dsp:spPr>
        <a:xfrm>
          <a:off x="5648960" y="663239"/>
          <a:ext cx="2476500" cy="9628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Questionnaire</a:t>
          </a:r>
        </a:p>
      </dsp:txBody>
      <dsp:txXfrm>
        <a:off x="5648960" y="663239"/>
        <a:ext cx="2476500" cy="962887"/>
      </dsp:txXfrm>
    </dsp:sp>
    <dsp:sp modelId="{2A2A6414-1B60-374A-B8A3-B2815EEB874B}">
      <dsp:nvSpPr>
        <dsp:cNvPr id="0" name=""/>
        <dsp:cNvSpPr/>
      </dsp:nvSpPr>
      <dsp:spPr>
        <a:xfrm>
          <a:off x="5648960" y="1626127"/>
          <a:ext cx="2476500" cy="31293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Role modeling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Fostering understanding and commitment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Developing talent and skills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smtClean="0"/>
            <a:t>Reinforcing with formal mechanisms</a:t>
          </a:r>
          <a:endParaRPr lang="en-US" sz="1900" kern="1200" dirty="0"/>
        </a:p>
      </dsp:txBody>
      <dsp:txXfrm>
        <a:off x="5648960" y="1626127"/>
        <a:ext cx="2476500" cy="3129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4B305-F044-5548-A75C-F425665F5679}">
      <dsp:nvSpPr>
        <dsp:cNvPr id="0" name=""/>
        <dsp:cNvSpPr/>
      </dsp:nvSpPr>
      <dsp:spPr>
        <a:xfrm>
          <a:off x="3095624" y="232"/>
          <a:ext cx="1936750" cy="12588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Needs or expectations</a:t>
          </a:r>
          <a:endParaRPr lang="en-US" sz="2400" kern="1200" dirty="0"/>
        </a:p>
      </dsp:txBody>
      <dsp:txXfrm>
        <a:off x="3157078" y="61686"/>
        <a:ext cx="1813842" cy="1135979"/>
      </dsp:txXfrm>
    </dsp:sp>
    <dsp:sp modelId="{05D6B7C1-20AA-5948-B5CE-6218B7D0E0FD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315338" y="406915"/>
              </a:moveTo>
              <a:arcTo wR="2079657" hR="2079657" stAng="183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90FFD-E004-B446-ACDE-9403F420DACF}">
      <dsp:nvSpPr>
        <dsp:cNvPr id="0" name=""/>
        <dsp:cNvSpPr/>
      </dsp:nvSpPr>
      <dsp:spPr>
        <a:xfrm>
          <a:off x="5175282" y="2079889"/>
          <a:ext cx="1936750" cy="12588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Driving force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(behaviors or actions)</a:t>
          </a:r>
          <a:endParaRPr lang="en-US" sz="1400" kern="1200" dirty="0"/>
        </a:p>
      </dsp:txBody>
      <dsp:txXfrm>
        <a:off x="5236736" y="2141343"/>
        <a:ext cx="1813842" cy="1135979"/>
      </dsp:txXfrm>
    </dsp:sp>
    <dsp:sp modelId="{B73F8EEF-4B81-2B44-834E-E507BBACBBD3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943720" y="3001743"/>
              </a:moveTo>
              <a:arcTo wR="2079657" hR="2079657" stAng="15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FD200D-CA2C-F946-A455-50E644FB669F}">
      <dsp:nvSpPr>
        <dsp:cNvPr id="0" name=""/>
        <dsp:cNvSpPr/>
      </dsp:nvSpPr>
      <dsp:spPr>
        <a:xfrm>
          <a:off x="3095625" y="4159546"/>
          <a:ext cx="1936750" cy="12588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Desired goals</a:t>
          </a:r>
          <a:endParaRPr lang="en-US" sz="2400" kern="1200" dirty="0"/>
        </a:p>
      </dsp:txBody>
      <dsp:txXfrm>
        <a:off x="3157079" y="4221000"/>
        <a:ext cx="1813842" cy="1135979"/>
      </dsp:txXfrm>
    </dsp:sp>
    <dsp:sp modelId="{D09601C1-4D5C-694D-9FC3-975B9DE3584D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843976" y="3752399"/>
              </a:moveTo>
              <a:arcTo wR="2079657" hR="2079657" stAng="75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29AE69-B6B9-814A-9AE6-522F6DDE92AA}">
      <dsp:nvSpPr>
        <dsp:cNvPr id="0" name=""/>
        <dsp:cNvSpPr/>
      </dsp:nvSpPr>
      <dsp:spPr>
        <a:xfrm>
          <a:off x="1015967" y="2079889"/>
          <a:ext cx="1936750" cy="12588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Fulfillment</a:t>
          </a:r>
          <a:endParaRPr lang="en-US" sz="2400" kern="1200" dirty="0"/>
        </a:p>
      </dsp:txBody>
      <dsp:txXfrm>
        <a:off x="1077421" y="2141343"/>
        <a:ext cx="1813842" cy="1135979"/>
      </dsp:txXfrm>
    </dsp:sp>
    <dsp:sp modelId="{F0787168-3525-EC46-B401-A1B7FF34C879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215594" y="1157570"/>
              </a:moveTo>
              <a:arcTo wR="2079657" hR="2079657" stAng="123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672DD-7FFF-5C4C-BEE6-0B7D1F860D27}">
      <dsp:nvSpPr>
        <dsp:cNvPr id="0" name=""/>
        <dsp:cNvSpPr/>
      </dsp:nvSpPr>
      <dsp:spPr>
        <a:xfrm>
          <a:off x="2554067" y="0"/>
          <a:ext cx="1277033" cy="1083733"/>
        </a:xfrm>
        <a:prstGeom prst="trapezoid">
          <a:avLst>
            <a:gd name="adj" fmla="val 58918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Self</a:t>
          </a:r>
          <a:br>
            <a:rPr lang="en-US" sz="1800" kern="1200" dirty="0" smtClean="0"/>
          </a:br>
          <a:r>
            <a:rPr lang="en-US" sz="1800" kern="1200" dirty="0" smtClean="0"/>
            <a:t>actualization</a:t>
          </a:r>
        </a:p>
      </dsp:txBody>
      <dsp:txXfrm>
        <a:off x="2554067" y="0"/>
        <a:ext cx="1277033" cy="1083733"/>
      </dsp:txXfrm>
    </dsp:sp>
    <dsp:sp modelId="{16811A8E-DEE5-D24B-B609-2D0460D5F159}">
      <dsp:nvSpPr>
        <dsp:cNvPr id="0" name=""/>
        <dsp:cNvSpPr/>
      </dsp:nvSpPr>
      <dsp:spPr>
        <a:xfrm>
          <a:off x="1915550" y="1083733"/>
          <a:ext cx="2554067" cy="1083733"/>
        </a:xfrm>
        <a:prstGeom prst="trapezoid">
          <a:avLst>
            <a:gd name="adj" fmla="val 58918"/>
          </a:avLst>
        </a:prstGeom>
        <a:gradFill rotWithShape="0">
          <a:gsLst>
            <a:gs pos="0">
              <a:schemeClr val="accent1">
                <a:shade val="80000"/>
                <a:hueOff val="87320"/>
                <a:satOff val="-1564"/>
                <a:lumOff val="66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87320"/>
                <a:satOff val="-1564"/>
                <a:lumOff val="66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87320"/>
                <a:satOff val="-1564"/>
                <a:lumOff val="66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Esteem</a:t>
          </a:r>
          <a:endParaRPr lang="en-US" sz="1800" kern="1200" dirty="0"/>
        </a:p>
      </dsp:txBody>
      <dsp:txXfrm>
        <a:off x="2362512" y="1083733"/>
        <a:ext cx="1660143" cy="1083733"/>
      </dsp:txXfrm>
    </dsp:sp>
    <dsp:sp modelId="{4241DB70-D7B0-9E44-B836-DB40062A606C}">
      <dsp:nvSpPr>
        <dsp:cNvPr id="0" name=""/>
        <dsp:cNvSpPr/>
      </dsp:nvSpPr>
      <dsp:spPr>
        <a:xfrm>
          <a:off x="1277033" y="2167466"/>
          <a:ext cx="3831101" cy="1083733"/>
        </a:xfrm>
        <a:prstGeom prst="trapezoid">
          <a:avLst>
            <a:gd name="adj" fmla="val 58918"/>
          </a:avLst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Social</a:t>
          </a:r>
          <a:endParaRPr lang="en-US" sz="1800" kern="1200" dirty="0"/>
        </a:p>
      </dsp:txBody>
      <dsp:txXfrm>
        <a:off x="1947476" y="2167466"/>
        <a:ext cx="2490215" cy="1083733"/>
      </dsp:txXfrm>
    </dsp:sp>
    <dsp:sp modelId="{CB839071-74A5-8247-B6A7-6D444D27F8C0}">
      <dsp:nvSpPr>
        <dsp:cNvPr id="0" name=""/>
        <dsp:cNvSpPr/>
      </dsp:nvSpPr>
      <dsp:spPr>
        <a:xfrm>
          <a:off x="638516" y="3251200"/>
          <a:ext cx="5108135" cy="1083733"/>
        </a:xfrm>
        <a:prstGeom prst="trapezoid">
          <a:avLst>
            <a:gd name="adj" fmla="val 58918"/>
          </a:avLst>
        </a:prstGeom>
        <a:gradFill rotWithShape="0">
          <a:gsLst>
            <a:gs pos="0">
              <a:schemeClr val="accent1">
                <a:shade val="80000"/>
                <a:hueOff val="261961"/>
                <a:satOff val="-4692"/>
                <a:lumOff val="199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61961"/>
                <a:satOff val="-4692"/>
                <a:lumOff val="199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61961"/>
                <a:satOff val="-4692"/>
                <a:lumOff val="199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Safety</a:t>
          </a:r>
          <a:endParaRPr lang="en-US" sz="1800" kern="1200" dirty="0"/>
        </a:p>
      </dsp:txBody>
      <dsp:txXfrm>
        <a:off x="1532440" y="3251200"/>
        <a:ext cx="3320287" cy="1083733"/>
      </dsp:txXfrm>
    </dsp:sp>
    <dsp:sp modelId="{2E3F741E-E907-4A4A-B28D-A443C15BC4D6}">
      <dsp:nvSpPr>
        <dsp:cNvPr id="0" name=""/>
        <dsp:cNvSpPr/>
      </dsp:nvSpPr>
      <dsp:spPr>
        <a:xfrm>
          <a:off x="0" y="4334933"/>
          <a:ext cx="6385169" cy="1083733"/>
        </a:xfrm>
        <a:prstGeom prst="trapezoid">
          <a:avLst>
            <a:gd name="adj" fmla="val 58918"/>
          </a:avLst>
        </a:prstGeom>
        <a:gradFill rotWithShape="0">
          <a:gsLst>
            <a:gs pos="0">
              <a:schemeClr val="accent1">
                <a:shade val="80000"/>
                <a:hueOff val="349281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49281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49281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Physiological</a:t>
          </a:r>
          <a:endParaRPr lang="en-US" sz="1800" kern="1200" dirty="0"/>
        </a:p>
      </dsp:txBody>
      <dsp:txXfrm>
        <a:off x="1117404" y="4334933"/>
        <a:ext cx="4150359" cy="108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3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3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8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2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0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7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7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2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5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4FE69-FACE-A041-AA81-F26E5D597178}" type="datetimeFigureOut">
              <a:rPr lang="en-US" smtClean="0"/>
              <a:t>2/7/17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17C09-FF83-344B-8C1D-CCEB63853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2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332761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-Right Arrow 4"/>
          <p:cNvSpPr/>
          <p:nvPr/>
        </p:nvSpPr>
        <p:spPr>
          <a:xfrm>
            <a:off x="2032000" y="446988"/>
            <a:ext cx="8128000" cy="8863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Covariates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9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826805" y="755904"/>
            <a:ext cx="8128000" cy="5418667"/>
            <a:chOff x="1826805" y="755904"/>
            <a:chExt cx="8128000" cy="5418667"/>
          </a:xfrm>
        </p:grpSpPr>
        <p:graphicFrame>
          <p:nvGraphicFramePr>
            <p:cNvPr id="7" name="Diagram 6"/>
            <p:cNvGraphicFramePr/>
            <p:nvPr>
              <p:extLst>
                <p:ext uri="{D42A27DB-BD31-4B8C-83A1-F6EECF244321}">
                  <p14:modId xmlns:p14="http://schemas.microsoft.com/office/powerpoint/2010/main" val="287145616"/>
                </p:ext>
              </p:extLst>
            </p:nvPr>
          </p:nvGraphicFramePr>
          <p:xfrm>
            <a:off x="1826805" y="755904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8" name="TextBox 7"/>
            <p:cNvSpPr txBox="1"/>
            <p:nvPr/>
          </p:nvSpPr>
          <p:spPr>
            <a:xfrm>
              <a:off x="7724441" y="1688123"/>
              <a:ext cx="8972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result</a:t>
              </a:r>
              <a:endParaRPr lang="en-US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24441" y="4736123"/>
              <a:ext cx="1468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smtClean="0"/>
                <a:t>to achieve</a:t>
              </a:r>
              <a:endParaRPr lang="en-US"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48235" y="4551456"/>
              <a:ext cx="11355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/>
                <a:t>which </a:t>
              </a:r>
              <a:br>
                <a:rPr lang="en-US" sz="2400" dirty="0" smtClean="0"/>
              </a:br>
              <a:r>
                <a:rPr lang="en-US" sz="2400" dirty="0" smtClean="0"/>
                <a:t>provide</a:t>
              </a:r>
              <a:endParaRPr lang="en-US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63506" y="1688123"/>
              <a:ext cx="13202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feedback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249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372177"/>
              </p:ext>
            </p:extLst>
          </p:nvPr>
        </p:nvGraphicFramePr>
        <p:xfrm>
          <a:off x="414215" y="790005"/>
          <a:ext cx="638516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656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82</Words>
  <Application>Microsoft Macintosh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Cuyugan</dc:creator>
  <cp:lastModifiedBy>Adrian Cuyugan</cp:lastModifiedBy>
  <cp:revision>6</cp:revision>
  <dcterms:created xsi:type="dcterms:W3CDTF">2017-02-07T06:52:16Z</dcterms:created>
  <dcterms:modified xsi:type="dcterms:W3CDTF">2017-02-08T01:51:46Z</dcterms:modified>
</cp:coreProperties>
</file>